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2ECA-6E93-4859-BFC9-5F503F6B4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9832C-74A2-4978-A331-CE4DE5070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44EAA-45DA-4939-98A4-64985E7F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4484B-D0E2-4775-9C66-419FBE81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84D0B-B2E5-46F4-AEF7-5B05600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5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C8C7-1507-4859-A006-6E9CCCED6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A9E9-18C0-415E-9780-56AB987F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D6A5-5C89-4FB3-8601-3B17FBDA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D9D0-212F-4352-A3FA-3624E961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2FB8D-7CC0-4120-8E31-78C6511F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8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96CA-7BAA-4769-9A43-B325A30C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DC9F6-B637-4942-B7E5-ACC5A1D3F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2FFB9-184A-4414-8804-08F9C9C7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F1F61-C171-495D-A7B4-DDCF0015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4E1BA-C355-4F22-8F79-7D747B7D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1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056B-4976-4AFA-BF59-4C6BD6FD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70522-49BA-4E95-8B05-58D1D2EB5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9FE3C-CA75-4A42-B081-C5AE35E9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15D92-06D7-487C-839E-DB82DF55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937B4-DCDB-44FC-81F0-E548BCFA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ED34F-D9D8-4404-B199-9C01B4BC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5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9780-7409-40BC-8E9D-7775081F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1C4F5-78BB-4C36-BFB0-B23CB846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270E3-81C4-4298-B9F8-55166B5B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60D9B-F30F-471A-8BA4-22F499063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E6F53D-82AA-43A8-BCEA-4A1B9D212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4A6E6-C179-46E8-875E-AEAAB41C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C65F7-6E68-477F-A73E-12709A13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E6D80-70BA-4C97-9D17-2345077A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1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A815-A1AD-459C-9CF7-0169A8AE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832A18-84ED-4E02-ACDD-7CBA2AF2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3C90D-8DFB-413D-86FE-0491CD35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38ADC-F8E0-4AF8-8138-D0AE98D7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3D4B-C1CF-435F-A81D-7E28C1E5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F247B-B5B0-478F-92E2-D43A6AF7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CB800-D1B1-4952-BFB4-F45636C9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6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BDA4-9C1C-4F92-99E5-F7976F59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D26C7-2324-46D4-8141-A2B1B47F0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A43CA-9FAC-4C0B-8A24-B32E3277B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F6F0-A790-43CD-BAA3-21006B2B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55CA2-3A93-4F01-A07A-698353C4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CA768-088B-44C0-9C35-17AB6B65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4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D857-0558-43B6-A675-B1D0A907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D0044-D455-454D-BCAF-A6D7CA206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2EA49-3518-4896-ACBB-5BA5641F0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9DBF2-EF0E-4849-90D0-B17C6C8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F4684-323E-46D2-BD4E-F9026FF0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1890D-6E82-4D6B-8878-2086CDE9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2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6F25C-D0BD-4359-B1D5-BA4BBA91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FA11D-CF6E-46BB-ADDF-5A49CB8D4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CC5E-CC32-4949-B9B6-8290F8E2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2F5C1-AB9D-4008-B859-E6A475D9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ED67C-5802-4DB2-A8D5-40C7FCB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9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EAD717-DE32-41B9-888A-3964B5A1D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D0D61-EC6B-4765-91E3-91A292478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CCCA-D98B-4A8D-9B5D-898164B1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7BE0A-77B0-48D6-B668-E23058B4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22CC-186A-4930-8FCE-A99635C7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A72CE-8E17-4CAE-B02D-F947ADF1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BC926-495D-4051-B6B6-64E86C0B9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331F2-F73A-4B04-9664-1F44E5455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1724A-329F-4648-80C8-D191115305C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BC929-B665-4B32-B531-3E5A23FB8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8578F-EF9A-43AF-B073-E14FE4266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EFAB3-B478-47A4-A878-3AD865758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8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77805D-49B8-4E05-95E0-97B0BFC7E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858" y="0"/>
            <a:ext cx="9097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DE28D-117A-4B19-B6E0-B6BF07B9F9E1}"/>
              </a:ext>
            </a:extLst>
          </p:cNvPr>
          <p:cNvSpPr txBox="1"/>
          <p:nvPr/>
        </p:nvSpPr>
        <p:spPr>
          <a:xfrm>
            <a:off x="88179" y="124950"/>
            <a:ext cx="2268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Wild Type stem analysis</a:t>
            </a:r>
          </a:p>
        </p:txBody>
      </p:sp>
    </p:spTree>
    <p:extLst>
      <p:ext uri="{BB962C8B-B14F-4D97-AF65-F5344CB8AC3E}">
        <p14:creationId xmlns:p14="http://schemas.microsoft.com/office/powerpoint/2010/main" val="115246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DC9426B-5BBF-49EA-B316-C439709DD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0"/>
            <a:ext cx="9097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44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450418-9250-42DD-AE07-78AD7A7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6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F43CDD-ACCE-4765-957B-66E39055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2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567839-CCC2-4FEB-BB5A-6E3406AC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2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9AE631-CE44-47F1-A925-E7D9F2365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4A7B23-93D4-4069-ADC6-16ABF5AC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3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</dc:creator>
  <cp:lastModifiedBy>Sofia</cp:lastModifiedBy>
  <cp:revision>5</cp:revision>
  <dcterms:created xsi:type="dcterms:W3CDTF">2026-09-29T22:43:19Z</dcterms:created>
  <dcterms:modified xsi:type="dcterms:W3CDTF">2026-09-29T23:14:26Z</dcterms:modified>
</cp:coreProperties>
</file>