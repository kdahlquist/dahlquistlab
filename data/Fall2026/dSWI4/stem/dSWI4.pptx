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9E92-A8D5-4BCE-A84F-CBB2EA95C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49537-36F2-4937-B00E-C61F3B89F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0F7CC-4E89-4584-B418-15963691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B7438-5A6E-4AC5-BA84-024F9D495EF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79621-636C-4130-A4A4-B7DCA514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4E1B5-DA8C-4C4E-A7F3-0EF13388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C81A-B945-4D2F-BEF9-528F11431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0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F7AF1-DCF9-470C-A722-2EF7F6D9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CBC06-D8BA-494E-9DE9-A22673CC8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2CFD5-88F8-465C-9C9A-BE1F8F11A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B7438-5A6E-4AC5-BA84-024F9D495EF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1CB92-B405-479A-8518-F555F1E2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2868E-A20E-4AAE-BDAD-5EAF5EAB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C81A-B945-4D2F-BEF9-528F11431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84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9E3C4-5C36-4450-9D86-79423902A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84199-DF89-48B9-A2A3-D367F00C1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5B5E7-6DDE-4B60-9E02-37B3E25A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B7438-5A6E-4AC5-BA84-024F9D495EF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7BF13-EAEA-408B-810C-FC45138E0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4E941-BCBB-4E32-B706-EF34CE06A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C81A-B945-4D2F-BEF9-528F11431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9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22F43-8F45-4338-9822-ABB0A5E39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03F16-4DF5-4259-A663-5C3369BEC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0C616-670B-4B9C-A919-6AA4874F1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E02B1-E46D-4B4F-BCF4-838C8739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B7438-5A6E-4AC5-BA84-024F9D495EF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83372-2AB9-4576-BC58-C48779442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95018-E88C-4A6D-B5D4-499E899EA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C81A-B945-4D2F-BEF9-528F11431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38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1B52-58AC-4668-8FD6-140A3D17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010B0-79D8-45ED-B05F-9D90B80C5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8ECBD-3D99-4AD8-AF17-9ACB3FE87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C8950-CE41-49AE-B51B-1B4E003A2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9A75CB-E396-4144-BEA9-5D1034BAB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C3008-4C42-445F-B034-6831E2F7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B7438-5A6E-4AC5-BA84-024F9D495EF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1A913F-75F9-4F45-A51D-B386892A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E8698C-6272-45B4-818C-4AE5DC86B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C81A-B945-4D2F-BEF9-528F11431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3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45ED9-66B0-4ADC-AC87-FA717F94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DC0ADB-9BB2-4F61-A0C4-A14FE86DC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B7438-5A6E-4AC5-BA84-024F9D495EF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77D08-D218-49B3-9A2E-67334353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C6F6E-861D-4E42-B4E1-D47311AD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C81A-B945-4D2F-BEF9-528F11431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76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BE53D2-CABB-4FFD-BBE5-FA1FA61B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B7438-5A6E-4AC5-BA84-024F9D495EF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CBDAA-5318-4A59-8D55-B189B71B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46FA-727F-4969-B73C-585645C5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C81A-B945-4D2F-BEF9-528F11431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2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EEDEE-757A-4406-810C-14817E9BE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21A82-CC93-4533-A0D5-A1D47EAC1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6303D-8B33-4BB7-9979-C673CB679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B419D-3862-4CB6-81D5-33C72387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B7438-5A6E-4AC5-BA84-024F9D495EF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625D1-B05F-495A-9AE7-00C21432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3DD84-8C83-4D82-9754-D4B0A071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C81A-B945-4D2F-BEF9-528F11431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32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31BCF-8976-4A50-9596-1E093BA32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B1F59E-60D7-4C72-B3F7-706837323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BE2BB-771E-460F-987C-A5A230EB4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F73C7-9DED-4CA7-8C17-360D350E4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B7438-5A6E-4AC5-BA84-024F9D495EF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6E232-D255-4728-88F8-E863A30F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C921C-84AC-4120-9382-576184878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C81A-B945-4D2F-BEF9-528F11431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4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1E8C-A299-4AF3-8F3C-98712B86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EB624-FB77-492A-999A-58B975162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54944-6C9B-42FF-8BCB-6D6849446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B7438-5A6E-4AC5-BA84-024F9D495EF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F214C-E3C2-4C13-BD0D-E142F32D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CECC0-CBE6-43F4-961C-63867B1DD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C81A-B945-4D2F-BEF9-528F11431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28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A7FA93-A212-442C-9EE2-5A354A361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0EA2D-2614-4508-A0EB-F85A4F14B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F4DCF-3E44-489D-9A05-57F2E9F75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B7438-5A6E-4AC5-BA84-024F9D495EF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4D093-D3CD-4805-82A8-B99FA56E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D2985-1E40-4650-B99E-CDE3DD79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2C81A-B945-4D2F-BEF9-528F11431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73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060409-EA7A-4951-8D60-4925E928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C7F49-88D6-4B1C-BAD6-BE61CF0BE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89C72-20E8-4CD3-BC55-C101202DA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B7438-5A6E-4AC5-BA84-024F9D495EF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4706A-C302-4FA3-94CA-3CDBC43CC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F710B-5A53-4B12-A351-A32595803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2C81A-B945-4D2F-BEF9-528F11431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4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3BB68-E5D0-4840-91CD-3350AD47E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dSWI4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CF58D-799D-48AF-97E1-3F4A4F5466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STEM Analysis</a:t>
            </a:r>
          </a:p>
        </p:txBody>
      </p:sp>
    </p:spTree>
    <p:extLst>
      <p:ext uri="{BB962C8B-B14F-4D97-AF65-F5344CB8AC3E}">
        <p14:creationId xmlns:p14="http://schemas.microsoft.com/office/powerpoint/2010/main" val="2477475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2CE706-DDB3-4183-9D52-9648774DC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827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80E59E-D7E0-4C5D-A16A-44CB37261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9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410B2C-EA4F-466E-A29A-9C02848E2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4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7904CB-84E4-4D84-A72D-6758C73F5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347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CE02B5-BF8D-4FB4-A564-C7A9676D2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04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A853A2-8F39-4B83-88EE-D2128019B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493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7ADFED-863B-4C72-AE29-3DD1F8F16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2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290179-E602-449D-AD39-547329E8E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3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7AFB35-9AA0-4690-B4F2-443086EDE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76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42696A-6078-466F-BE73-95C66698D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42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6A3042-A4B7-413B-AC52-B5C9A4125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68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4B4513-4FD0-4AF6-B282-1EB18022E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091" y="0"/>
            <a:ext cx="90978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27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</Words>
  <Application>Microsoft Office PowerPoint</Application>
  <PresentationFormat>Widescreen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dSWI4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dSWI4</dc:title>
  <dc:creator>Sofia</dc:creator>
  <cp:lastModifiedBy>Sofia</cp:lastModifiedBy>
  <cp:revision>4</cp:revision>
  <dcterms:created xsi:type="dcterms:W3CDTF">2026-10-06T21:14:37Z</dcterms:created>
  <dcterms:modified xsi:type="dcterms:W3CDTF">2026-10-06T21:44:00Z</dcterms:modified>
</cp:coreProperties>
</file>