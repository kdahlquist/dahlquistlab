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C3C3D-6687-4EE3-9539-91CD2AA37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9F4B2-23C5-4D68-9A9C-3164162DA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DBB02-5BE5-4D6F-9898-C9829B39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ABE8-AE39-4360-9918-7780347C7E5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68CBB-2416-4682-A55C-3D9EDCCE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197E1-81B1-4620-9976-E76697EFE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7AE0-3157-471F-A417-A37BB91EE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2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95E1-027C-47D5-867A-27D1D28B7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FCAB1-F3D3-4CC4-B4E3-708B06ACF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53F3F-B927-40FF-848F-85E0CFE03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ABE8-AE39-4360-9918-7780347C7E5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6F40E-6D9E-4F32-8C3C-72D657BD8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D5C57-7E28-42E5-8F4A-B3E62DF69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7AE0-3157-471F-A417-A37BB91EE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39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DFEE-F287-4245-B05F-88AC84F8B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5B9C4-FC80-4FEE-98C6-C7445A9F8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F6CA5-A31A-47CD-B0AB-183F07ABB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ABE8-AE39-4360-9918-7780347C7E5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13041-64CA-4A5E-BA18-6A51E3E17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5BB64-F46E-4684-94E3-14C083383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7AE0-3157-471F-A417-A37BB91EE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5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76E6C-F12E-4030-AF96-05FDF7C37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97889-71E1-4C0D-B5BD-EA3D29B25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89225-9BBF-4453-8E77-C6A186784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844D2-7441-4833-96FA-B7C29AB9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ABE8-AE39-4360-9918-7780347C7E5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DD935-19AF-4D12-AE68-A4C6D2F68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A4991-E3D7-4D03-B98C-5A1127D9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7AE0-3157-471F-A417-A37BB91EE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6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126F1-1A9E-4064-A855-4808EB727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8283A-0AD5-407F-94F1-BBEAFDE54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76073-05EF-4B76-AEC0-14A3D174A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804356-273D-4930-93B5-8E63D734E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4D76C4-40EF-4854-A079-83C7E820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CB65BB-FFF7-420E-B202-12A230434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ABE8-AE39-4360-9918-7780347C7E5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A2573-E118-4938-A04D-21BA3688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40CB43-383A-4E4E-9A56-1038305E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7AE0-3157-471F-A417-A37BB91EE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45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30AF3-BE46-44E4-BF29-97B175A1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8F6DA-8770-4315-85DB-ECA2551AF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ABE8-AE39-4360-9918-7780347C7E5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BF6A4-3491-4913-8A1C-DF7A23C0C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92149-8324-4408-9564-D6FBE72F8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7AE0-3157-471F-A417-A37BB91EE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421D4D-8ABA-434C-A557-3AF8D4E3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ABE8-AE39-4360-9918-7780347C7E5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4BF82B-D49D-403B-BF82-06184028D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52BA1-C362-4F51-B0CE-8832E010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7AE0-3157-471F-A417-A37BB91EE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0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8EA6-6C55-434C-A0DF-24FACD77B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86E74-F37B-406B-9E80-9BF19387C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D8862-F2D5-468C-98FC-735CB9C60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1196E-3D01-4602-9C89-C81F19BD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ABE8-AE39-4360-9918-7780347C7E5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565A6-C86A-4AB9-BECD-2593E7158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1A731-D1B6-4434-A958-4C6B3A46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7AE0-3157-471F-A417-A37BB91EE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88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EF723-37F3-47D4-8912-311827EC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94A01A-C3E6-4BA4-84D3-156B07815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6D9C7-0513-4955-9595-9B0F0D5B7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64EAA-38AA-4899-971E-2AA5B6E0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ABE8-AE39-4360-9918-7780347C7E5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D1C1E-A59D-4258-A21A-2793A1484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05A4B-C51E-4EE5-B25F-608CE6C0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7AE0-3157-471F-A417-A37BB91EE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32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546C-84C7-4B83-B1B8-429893CC5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31D67-B2F7-48B5-9B14-DEDEAD7BD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43569-30E4-4287-BC29-BDD5B26C0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ABE8-AE39-4360-9918-7780347C7E5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77369-E40C-44C8-9E75-FC110413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521FA-8F29-4D5B-9DCE-DE78AA18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7AE0-3157-471F-A417-A37BB91EE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83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3E3480-39D0-4074-ABEF-0A38BA756F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FE3E0-DFFD-453B-809F-EB042535C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B5CCA-2D7A-47F4-B2EA-3142C0EA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ABE8-AE39-4360-9918-7780347C7E5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EF66E-87F8-444D-AD1C-BC03BB0C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526C3-42B9-451A-8C4E-EFB4415C3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7AE0-3157-471F-A417-A37BB91EE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95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B52D4F-DF55-41A4-B715-CEB6AE61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D3335-325B-4FB2-98D2-FB278F379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30554-BDB7-4431-9BD1-DB950111B1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5ABE8-AE39-4360-9918-7780347C7E5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5F6AC-4513-42A4-AE3D-29335D4A8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143E2-A2CA-4B0C-B37C-DC4A129B9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D7AE0-3157-471F-A417-A37BB91EE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38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78062-2BDB-4554-981A-4A2526897E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dHMO1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93D6C-1C27-423E-82AC-4C6FB6A864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04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5901-A5F1-4ACA-B812-9FD1C67E5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D23AE2-FBEA-4F78-8E2C-E58B92492A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18" y="1588485"/>
            <a:ext cx="6704180" cy="5028135"/>
          </a:xfrm>
        </p:spPr>
      </p:pic>
    </p:spTree>
    <p:extLst>
      <p:ext uri="{BB962C8B-B14F-4D97-AF65-F5344CB8AC3E}">
        <p14:creationId xmlns:p14="http://schemas.microsoft.com/office/powerpoint/2010/main" val="167263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15808-C6DE-4950-B9C3-CD628C23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FD171-CF69-49B0-A47F-0B0EF3DC4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2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16C1-19D1-4C8C-9F7C-F598FC95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1EED7-CDAC-450E-9C39-988B6C8E1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2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E66D-3704-4117-8B38-3B77DFC55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B13C5-3A5A-448D-83EC-F90897F46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04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940A9-C06B-4219-9286-E806F1EEA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3B4BC-4EB2-4001-B9B3-A6ADEEA56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63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9676-0A22-4A50-A831-F228CA2A8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254BB-0590-40EF-A205-493D1002C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26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5583-EC36-4EB8-B5DF-4A06335DD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205F8-CEAC-4E9B-B0BF-C858B9F4B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9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dHMO1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dHMO1</dc:title>
  <dc:creator>Christian, Mason</dc:creator>
  <cp:lastModifiedBy>Christian, Mason</cp:lastModifiedBy>
  <cp:revision>1</cp:revision>
  <dcterms:created xsi:type="dcterms:W3CDTF">2026-10-06T21:14:07Z</dcterms:created>
  <dcterms:modified xsi:type="dcterms:W3CDTF">2026-10-06T21:14:20Z</dcterms:modified>
</cp:coreProperties>
</file>