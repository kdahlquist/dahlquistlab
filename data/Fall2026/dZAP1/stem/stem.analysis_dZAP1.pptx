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5FDE-066C-4841-989F-BF5B507A6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E45CB-0232-45CA-8895-386FC8523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4F4B-9EA0-4815-8EED-21ED8695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E64AD-3EE5-4723-858D-A34EDE1A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16D3-66FB-4C71-B665-C46D0CB0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5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779B-97E7-4CFE-BDB3-E2765BF2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2DDDD-D921-4B1C-A528-CB51C8550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4DA55-CD59-43B0-97F8-31ADC1EC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E04A0-367C-46A2-AB22-A1067A2C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528EF-CA15-4955-9201-2D841EC3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CC68-3BB8-45A1-A345-B7CA89E1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DFFAE-DA34-4D2C-A986-85A1C324F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2A6A9-F804-4B93-A181-82499891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58F72-6BFD-4E26-A681-1E350687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1AAB-332D-4175-AEAA-88DE6AA7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5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8AFC-79C3-4606-B161-DFCF05CA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6209E-7248-47C6-BFE7-3B478CCF8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9DE8F-4391-471C-8051-87CCDA63A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D0024-8520-4495-BA3A-7722DB528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F1AAC-9888-4807-8852-1BB84147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F7D74-A5A5-4B57-B288-032D0774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59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5EFD-6A14-46A0-914C-9D1F06D8F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C1DF1-0340-4987-8BC3-8BEF3534C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487B5-9F5D-48E6-ABD2-F30448170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E7283D-13AF-42E4-92A2-95FCDF715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75F97-70B8-48A0-B332-2211B313D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AEF0D-2704-4838-8C54-6B3809A1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A882E-0D75-4462-B0FB-AB01304D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ABC55-C329-441D-A67F-258CB8E4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EC6E-CBA8-4CC8-BD93-4FC26A9F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4E37D-9253-44DF-839B-38F39E15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EDEB8-0E10-4EAC-BCBA-91E14036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16216-4F96-4836-B09C-195ED3C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8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244E0-D39A-4153-A753-1E056F4C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855D3-6478-401F-B3FC-C46BB4A7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C3F3A-E9D8-4A91-B364-ACB099DC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2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71FB-2703-4A5B-93E9-CEAB0F0F6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D56B-FB5E-4BE8-93C3-D6B1EF0B1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F08F9-9508-467F-A161-F0D24A1AC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9FF06-4D52-4BBF-87C8-0EF2FF48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1B3AC-FA12-4095-AA46-B37ED612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1B7C9-8298-4901-8888-3BA79AC0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CD79-2A59-42F0-A9AC-EF7C3BCC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315DC-8FC9-442E-8DBE-A342C07BF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DAA87-A618-444C-8DC9-9C066C41F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85B10-450A-487A-9B4F-62361A73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92421-D7E3-4815-805B-4C93AAB7F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61B3B-7E39-4D3D-9DEA-FFCEDD56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77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AF34-BBD8-4FE6-8E8C-3174DA9F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EEBC1-1FE1-47DA-BDB9-FF456332E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CE3B-7CB9-4BBB-BFE9-A16EA639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D8D1F-ED27-4B7D-801E-4DBD70814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8103B-576F-4F4F-B55A-C05BC452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E7067-3AD5-4261-B510-B41DA1A1A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02C8D-8F96-479A-97C9-D2AE01318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3C53-7E76-4597-BD83-B05FEE3D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8552A-4F4D-4649-98E8-A8E91550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EDD6E-E120-432C-8FC7-C3DF4FCB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3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45441B-FB33-441B-8968-02748E6F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B67C5-11DD-4348-97F0-F9DC352AB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252CB-25CB-42F4-8857-1392F2B7A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6E781-DC1B-4D74-BB75-52FBAE366FB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4161C-6ABD-4D5C-A624-2ADAEDD3E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C315A-1DAC-44A7-8DE9-203999167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E4F12-5C87-408C-928B-202E3C91D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37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38A0-2590-4F9A-A7C8-DA7DFEABB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65297" y="87423"/>
            <a:ext cx="377633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Stem analysis dZAP1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42A3C-21E9-4082-8A98-7BA0F3F4E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182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6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1F72E7-1637-476C-B74D-E1302C5EE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39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9CC8A3-81E7-47D7-8E3E-784490842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0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2C466F-27D1-4F33-8191-E77398C0C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74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DD94A-0AF3-4319-980A-C18DE5208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0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DBF1A-C1FD-4AA7-8A93-945C9D4B0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20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9C3F4D-E99D-4C00-830E-3D6167C2A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8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4FFC89-C469-4F31-87D4-61F8AF077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Stem analysis dZAP1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</dc:creator>
  <cp:lastModifiedBy>Sofia</cp:lastModifiedBy>
  <cp:revision>3</cp:revision>
  <dcterms:created xsi:type="dcterms:W3CDTF">2026-09-29T23:35:57Z</dcterms:created>
  <dcterms:modified xsi:type="dcterms:W3CDTF">2026-09-30T00:07:19Z</dcterms:modified>
</cp:coreProperties>
</file>