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3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E5A57-65E9-4022-B6B5-F4CCF617A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1B644E-88C3-47B5-AE7C-AFB8DD1CF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40AF7-9CBC-4F03-836A-CF41A82AB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7762-60D2-40EC-A86D-74E75EE222B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F01BA-8036-4DE2-8666-11B05F9A5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1632D-C18A-41A8-BFE9-080CC3925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953E2-D011-420C-A745-C3A79AB1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03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FF3CA-D5DB-4FBC-A18C-9331B9D1B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49FF7-D6B0-4C6D-A03F-93B7392B1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0CBF0-329A-406F-B57C-E1E0075A2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7762-60D2-40EC-A86D-74E75EE222B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6941B-BBC5-430B-AEC8-484BD69E1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F99C9-B785-4D82-89EC-235C97868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953E2-D011-420C-A745-C3A79AB1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476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E852-2555-49EF-9D70-60E050D61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8E554-F2FC-42B8-8840-069BF3456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BF808-A0CE-4463-A2B0-287858F7C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7762-60D2-40EC-A86D-74E75EE222B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9C4DE-9F88-4B95-8D68-00BC838F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B703F-3D11-4FCA-B6AE-F992F57F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953E2-D011-420C-A745-C3A79AB1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322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D68E4-2AEE-4AE5-AA04-40C379E73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E4238-21E3-456C-8603-4772E133F6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50CC3-3B02-4447-BF79-A7A4F9949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2167F-C0AC-4224-BA87-518BEC6BF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7762-60D2-40EC-A86D-74E75EE222B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4AC2C-0BB0-4401-AD50-5C8A85EC7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C9578-5632-4EDB-ABD5-63F9E863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953E2-D011-420C-A745-C3A79AB1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590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A7C17-8968-429E-8DD4-114DC708A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36C4F-D0BA-411D-8A6E-ECE59457B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72970E-0F98-470A-A54C-8D667EE19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453C95-977E-4817-A762-DDDD736E54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E1406E-A987-4EC4-A0F1-28BEBA9C98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295DB5-1DA6-4A98-831D-A1FF75D73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7762-60D2-40EC-A86D-74E75EE222B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C067D7-A9B5-402E-8D19-64686D266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5E0466-7CBB-4A80-8959-421461982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953E2-D011-420C-A745-C3A79AB1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04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90ADB-05E6-4760-85EA-223F1BC95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77A1B0-BD37-4EE8-A871-DC9341CA5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7762-60D2-40EC-A86D-74E75EE222B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645834-3D93-471D-AF14-43503D6C6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95E903-BDC7-461B-9FF0-361F63661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953E2-D011-420C-A745-C3A79AB1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05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51B0A5-B8B1-4443-A294-68D4AE9D5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7762-60D2-40EC-A86D-74E75EE222B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27C9F4-9A79-4563-8422-8FF0B6896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CB671-BE3F-4859-9E90-6CACC99F1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953E2-D011-420C-A745-C3A79AB1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12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FE2FB-56A1-42E6-8DB7-AC713026F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3D2C7-0645-4997-8CCB-741AAFB53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132115-BE09-47ED-8DCD-00CBB018C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6FD3F4-2539-45F2-915D-E6B36F898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7762-60D2-40EC-A86D-74E75EE222B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72A588-07A0-4E08-8B91-74B421C55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B0368-D74B-4246-844C-5902F61C4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953E2-D011-420C-A745-C3A79AB1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7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BD07A-CE68-40A4-9AD5-022C7518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709C0A-8C87-4D08-8BB3-147CDAF834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AF7DF-2DDC-43E9-9FB8-06D86CDC6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D089B-88DF-4DA6-903A-33633F578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7762-60D2-40EC-A86D-74E75EE222B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2EE67-469C-40FE-BDD1-7BCB0A723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04A42-B802-47BA-990C-92A0EDBD1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953E2-D011-420C-A745-C3A79AB1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520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0B393-F941-488A-B42B-9EE5B2E6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ECD52-3CF0-4C0B-9CB3-8DB6D0AC1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FB8E7-9D20-432D-917E-6A37E7D4B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7762-60D2-40EC-A86D-74E75EE222B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516EE-8C71-4066-A484-0F9527A6B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A16E6-CC40-4321-B1D8-8074F48E3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953E2-D011-420C-A745-C3A79AB1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645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BC93BE-C7F4-4044-B5A3-E6B81C5FEA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662AFC-8395-4030-8992-AC8172103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C8252-D92A-4518-BE7F-6BE75E726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7762-60D2-40EC-A86D-74E75EE222B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3DB8E-59C6-4D9D-80FD-EFACF3CBC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F8A05-E1DA-49E9-BB35-1A9D16E35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953E2-D011-420C-A745-C3A79AB1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53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7242A-ADCB-4337-BCBD-CDE410C4D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E53ED-5E4E-4CC2-AD1D-93E90024B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97889-4881-4D1B-82E9-540FC1ABA7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07762-60D2-40EC-A86D-74E75EE222B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40EC6-12A6-4800-B565-9D0AA058C2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A434E-871F-426F-A0C1-4B58005FF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1953E2-D011-420C-A745-C3A79AB1C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4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AE28D-6A47-4DE0-BBCB-B97D84D338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73E93E-685F-4C19-9E01-0CC349EA4F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D72595-1907-40C8-9ECE-F00566978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804" y="571353"/>
            <a:ext cx="7620392" cy="57152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3762C6-F210-4439-B96A-FF387FEBB3B8}"/>
              </a:ext>
            </a:extLst>
          </p:cNvPr>
          <p:cNvSpPr txBox="1"/>
          <p:nvPr/>
        </p:nvSpPr>
        <p:spPr>
          <a:xfrm>
            <a:off x="795130" y="664502"/>
            <a:ext cx="819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dHAP4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582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7B8F0-CB7A-4BD8-80F8-028A8E428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250856-8966-4EFE-A469-20EC36501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1436029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A42A3-247D-4D6B-95AE-5996CE310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CD6102-8594-47B5-ACD5-3F18333E6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3891940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A3D24-F531-4938-8F85-5CD115AA7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48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DDBB6E-9610-466B-B274-7B2A63001A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3C4393-58C9-4F58-846C-8E8F5DDD2D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804" y="571353"/>
            <a:ext cx="7620392" cy="571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665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C0151-1A49-4A69-8B0A-6C7E25057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80FDEF-628A-4C07-9A39-8D6C226F4F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3144025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DDFA6-F21E-4C4B-820E-0F2D525F0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0E42FB-285E-4DF3-A72B-A5FF94BB32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3779289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73DBB-6B0F-45AC-98EA-8CB197D19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E16707-FD3E-4AC1-B03B-BE55A17271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3901835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4994E-74F6-4CE8-8F51-181BB14C0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16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3ED206-55F5-477C-8793-51563869A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1867687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6E8CCC17A18040A60A19FBF41C4B21" ma:contentTypeVersion="10" ma:contentTypeDescription="Create a new document." ma:contentTypeScope="" ma:versionID="0f41c5a857b9d4d622a95712182b93d6">
  <xsd:schema xmlns:xsd="http://www.w3.org/2001/XMLSchema" xmlns:xs="http://www.w3.org/2001/XMLSchema" xmlns:p="http://schemas.microsoft.com/office/2006/metadata/properties" xmlns:ns3="4037f34a-119d-4263-bf30-685787e989d2" targetNamespace="http://schemas.microsoft.com/office/2006/metadata/properties" ma:root="true" ma:fieldsID="35928fb275699733579dbac614a811c3" ns3:_="">
    <xsd:import namespace="4037f34a-119d-4263-bf30-685787e989d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37f34a-119d-4263-bf30-685787e989d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037f34a-119d-4263-bf30-685787e989d2" xsi:nil="true"/>
  </documentManagement>
</p:properties>
</file>

<file path=customXml/itemProps1.xml><?xml version="1.0" encoding="utf-8"?>
<ds:datastoreItem xmlns:ds="http://schemas.openxmlformats.org/officeDocument/2006/customXml" ds:itemID="{CD5F3C12-1F64-4579-A41C-492E156F26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37f34a-119d-4263-bf30-685787e989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938058C-750F-4A62-BF58-A53906C847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805F19-E3BB-4876-88F6-B783F43D34BA}">
  <ds:schemaRefs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purl.org/dc/terms/"/>
    <ds:schemaRef ds:uri="4037f34a-119d-4263-bf30-685787e989d2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45</vt:lpstr>
      <vt:lpstr>9</vt:lpstr>
      <vt:lpstr>48</vt:lpstr>
      <vt:lpstr>22</vt:lpstr>
      <vt:lpstr>40</vt:lpstr>
      <vt:lpstr>2</vt:lpstr>
      <vt:lpstr>16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Christian, Mason</dc:creator>
  <cp:lastModifiedBy>Christian, Mason</cp:lastModifiedBy>
  <cp:revision>1</cp:revision>
  <dcterms:created xsi:type="dcterms:W3CDTF">2026-09-30T00:21:31Z</dcterms:created>
  <dcterms:modified xsi:type="dcterms:W3CDTF">2026-09-30T00:21:59Z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0x010100BB6E8CCC17A18040A60A19FBF41C4B21</vt:lpwstr>
  </property>
</Properties>
</file>