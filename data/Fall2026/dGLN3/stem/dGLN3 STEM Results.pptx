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E702-FB77-4825-B063-A443895E4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73298-6DE3-4080-AC35-A7F2968E4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A77A9-E5D8-46C4-8B34-E5952624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2606A-A34E-4FC8-B698-7A1E119B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0F5AB-030B-4005-9125-281D65856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01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FCE26-5A4D-46BE-91A9-511D1E2AC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078ED-3C8F-47F9-ADD3-43B547E71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2812A-33F2-4216-A413-609B916EA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E5C3-9DF9-4006-A979-29E0FF2A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3D5A3-2161-488A-B71C-A1F22C38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27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52BF-BC5E-4DFB-8863-56D01411C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95B9E-5551-4831-BB32-629662EDD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56CC7-65F1-44E7-AA7C-D6FA5FC7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7AD70-BF68-4623-9E3B-9518E2E4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9E423-3363-4194-8EB6-7BF48E02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3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2E6D-C04B-4DBB-85D7-1753B0A1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A9762-238E-4E01-8EC8-50C51AEC9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05EB4-080B-416D-99DB-8434087C8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7E844-AD8A-420A-8127-5DF512E1C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6BAB9-A218-4E7D-B30D-1AEEC95E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1A857-B860-4ABB-935F-00D95684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12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D8B95-A0A0-479E-B139-2B5D6E101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0067B-6598-4590-951E-9FF129BB1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55537-26DA-4A88-A798-82ABA7353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0BD8C-668A-41B1-8DFC-ADED0C7E9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D981F7-6167-4B85-9F63-15268B645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DE21BC-BA34-4423-BF6E-A27E550A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A6DD6-99E8-4E1C-91EA-6DF97379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AE2DA-6803-4335-90EC-D59381F45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6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2B40F-3EC0-4640-8A8C-B7F0C3D91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F1392-040A-4047-BFCD-447668E7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BFFA2-0B50-4DE8-88C5-B917BF638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BF634-E554-446A-98CA-B6B316A8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7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93745-D899-4B6A-B48B-30051EC5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4B6A9-5A8E-4985-A178-794355B2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7D65D-9F93-499C-8A9D-F3DE34EA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70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1617B-0554-40A6-B068-3C79E7851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4C0D6-B11F-43EE-9924-1D9D638BA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FA05D-6ECA-4B96-97CD-B368570EB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CDC96-7AB0-424C-9807-AC89588E9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75FD6-AAD7-4156-AD8F-FF6D19F4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0E42A-2550-406B-85EE-EF902942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56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4C35-117C-4DCB-B20A-5E8235255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FC5AD7-3B7A-48EC-A1F1-9F0094EF7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2A6A2-339D-4864-9BED-482D8BB34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E949B-EA0F-4745-8771-8DB086E6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4B5B1-2F8E-4BF8-9BFE-08D61B2B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22F0D-E970-4D73-AF7F-2E69101F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42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1DDC-BD1D-4D55-9D6C-C4B68CD8A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90C93-67BD-49BE-AF03-B6073DE65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7AD7F-5D7E-4847-9BEA-8FB7C340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4CD23-5D45-49B8-B88B-832FB22C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7B751-916A-4D7F-B49C-479E8661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39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1606DE-84E9-4241-8B00-F86F10CD4F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6D846-F553-4535-8C01-84C994CF9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C957F-5E95-4758-A1F4-9DD4F7EF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BEC23-1F14-4F9C-8225-EB137D5B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C97DC-CFD4-4353-8625-26DC72246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1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01DE49-1CBA-4085-8EF2-07200D804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28711-3710-4C4F-A623-EC08C1D08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27652-10DF-4C37-B62C-49C7B99AE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2440A-B787-4091-8C46-DA1C42838B2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BEDBD-9AA9-4C0A-A1A8-EC3D9BE8C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0C8B6-4E24-4330-BDD3-17B1B9174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2CF0A-CA5E-4159-BD8E-4BD3BEBB3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89BA-FD3B-4757-B042-BF254A7BB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799" y="855426"/>
            <a:ext cx="9420402" cy="359987"/>
          </a:xfrm>
        </p:spPr>
        <p:txBody>
          <a:bodyPr>
            <a:normAutofit fontScale="90000"/>
          </a:bodyPr>
          <a:lstStyle/>
          <a:p>
            <a:r>
              <a:rPr lang="en-US" dirty="0"/>
              <a:t>dGLN3 STEM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C2734-F3BD-4D3E-82AC-FD19826D05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BE691-A803-425A-8E70-C89FAADA23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" t="5414" r="1937" b="1433"/>
          <a:stretch/>
        </p:blipFill>
        <p:spPr>
          <a:xfrm>
            <a:off x="2827445" y="1215413"/>
            <a:ext cx="6537109" cy="472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50B0-8278-41EB-9571-8F71A3F5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45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476401D-51FB-4B74-8F33-66894830F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664194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409DA-7DC8-4EDB-96E6-B251E14A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36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179C444-0994-4323-8FFD-F2827160A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19727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41A6-6E8B-4649-AE1F-6C51EB018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27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27C24DD-49C9-418F-80EE-3EBAF72A5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2596532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D761-1F32-45EE-89FE-2442EFC0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9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606727B-F532-4478-93F1-D97C03D5FA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07954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5F70-411D-4CCF-B365-864CE76D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2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330299C-7739-4007-A41D-90ADA176D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017174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87CC-BE0B-4EB4-B0F6-9AFAB7BF9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48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5710C85-A15D-4A38-BA1D-E95207469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410802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62BD-9C58-48F6-8417-16C5AF9C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16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B14D342-4B19-42EE-BA2F-C37CC603E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4273723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25445-0163-418C-BCB3-A792ED4C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13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6381D7-0F2A-435C-9263-33D375515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2909336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92BA-AFE2-4D32-863A-2F1F45536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22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A1ABFB8-A5FC-4947-9D8D-6B6603056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96199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388C-C26D-4740-BC78-F17167A1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40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0B9BE06-E204-4300-9CA1-FC5E378F2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593009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5D939-9574-4B34-AF6F-95EEAFEFC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21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387A0EF-5629-4900-8FE6-E1F166DDD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645209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dGLN3 STEM Results</vt:lpstr>
      <vt:lpstr>Profile 45</vt:lpstr>
      <vt:lpstr>Profile 36</vt:lpstr>
      <vt:lpstr>Profile 27</vt:lpstr>
      <vt:lpstr>Profile 9</vt:lpstr>
      <vt:lpstr>Profile 2 </vt:lpstr>
      <vt:lpstr>Profile 48</vt:lpstr>
      <vt:lpstr>Profile 16</vt:lpstr>
      <vt:lpstr>Profile 13</vt:lpstr>
      <vt:lpstr>Profile 22</vt:lpstr>
      <vt:lpstr>Profile 40</vt:lpstr>
      <vt:lpstr>Profile 21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dGLN3 STEM Results</dc:title>
  <dc:creator>Christian, Mason</dc:creator>
  <cp:lastModifiedBy>Christian, Mason</cp:lastModifiedBy>
  <cp:revision>2</cp:revision>
  <dcterms:created xsi:type="dcterms:W3CDTF">2026-10-06T21:52:57Z</dcterms:created>
  <dcterms:modified xsi:type="dcterms:W3CDTF">2026-10-06T22:06:54Z</dcterms:modified>
</cp:coreProperties>
</file>