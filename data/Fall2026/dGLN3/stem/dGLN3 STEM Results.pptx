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AE702-FB77-4825-B063-A443895E4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873298-6DE3-4080-AC35-A7F2968E48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A77A9-E5D8-46C4-8B34-E59526244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2606A-A34E-4FC8-B698-7A1E119BE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0F5AB-030B-4005-9125-281D65856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001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FCE26-5A4D-46BE-91A9-511D1E2AC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078ED-3C8F-47F9-ADD3-43B547E71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52812A-33F2-4216-A413-609B916EA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6E5C3-9DF9-4006-A979-29E0FF2A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3D5A3-2161-488A-B71C-A1F22C387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727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52BF-BC5E-4DFB-8863-56D01411C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B95B9E-5551-4831-BB32-629662EDD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56CC7-65F1-44E7-AA7C-D6FA5FC77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7AD70-BF68-4623-9E3B-9518E2E46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9E423-3363-4194-8EB6-7BF48E02B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038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72E6D-C04B-4DBB-85D7-1753B0A14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A9762-238E-4E01-8EC8-50C51AEC9F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C05EB4-080B-416D-99DB-8434087C8C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7E844-AD8A-420A-8127-5DF512E1C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86BAB9-A218-4E7D-B30D-1AEEC95E4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11A857-B860-4ABB-935F-00D956846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012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D8B95-A0A0-479E-B139-2B5D6E101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0067B-6598-4590-951E-9FF129BB1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55537-26DA-4A88-A798-82ABA7353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30BD8C-668A-41B1-8DFC-ADED0C7E9E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D981F7-6167-4B85-9F63-15268B645B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DE21BC-BA34-4423-BF6E-A27E550A7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4A6DD6-99E8-4E1C-91EA-6DF973795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FAE2DA-6803-4335-90EC-D59381F45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761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2B40F-3EC0-4640-8A8C-B7F0C3D91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F1392-040A-4047-BFCD-447668E7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CBFFA2-0B50-4DE8-88C5-B917BF638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BF634-E554-446A-98CA-B6B316A8F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7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93745-D899-4B6A-B48B-30051EC5A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C4B6A9-5A8E-4985-A178-794355B2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7D65D-9F93-499C-8A9D-F3DE34EAC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770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1617B-0554-40A6-B068-3C79E7851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4C0D6-B11F-43EE-9924-1D9D638BA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CFA05D-6ECA-4B96-97CD-B368570EB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7CDC96-7AB0-424C-9807-AC89588E9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75FD6-AAD7-4156-AD8F-FF6D19F4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0E42A-2550-406B-85EE-EF9029423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056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4C35-117C-4DCB-B20A-5E8235255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FC5AD7-3B7A-48EC-A1F1-9F0094EF7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F2A6A2-339D-4864-9BED-482D8BB345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EE949B-EA0F-4745-8771-8DB086E67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E4B5B1-2F8E-4BF8-9BFE-08D61B2B5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722F0D-E970-4D73-AF7F-2E69101FE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442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41DDC-BD1D-4D55-9D6C-C4B68CD8A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A90C93-67BD-49BE-AF03-B6073DE65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27AD7F-5D7E-4847-9BEA-8FB7C3405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4CD23-5D45-49B8-B88B-832FB22CD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37B751-916A-4D7F-B49C-479E8661C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39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1606DE-84E9-4241-8B00-F86F10CD4F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6D846-F553-4535-8C01-84C994CF9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C957F-5E95-4758-A1F4-9DD4F7EF0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BEC23-1F14-4F9C-8225-EB137D5BC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C97DC-CFD4-4353-8625-26DC72246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314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01DE49-1CBA-4085-8EF2-07200D804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28711-3710-4C4F-A623-EC08C1D08C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27652-10DF-4C37-B62C-49C7B99AE5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2440A-B787-4091-8C46-DA1C42838B2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4BEDBD-9AA9-4C0A-A1A8-EC3D9BE8C6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0C8B6-4E24-4330-BDD3-17B1B91745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32CF0A-CA5E-4159-BD8E-4BD3BEBB3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4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mp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C89BA-FD3B-4757-B042-BF254A7BBD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5799" y="855426"/>
            <a:ext cx="9420402" cy="359987"/>
          </a:xfrm>
        </p:spPr>
        <p:txBody>
          <a:bodyPr>
            <a:normAutofit fontScale="90000"/>
          </a:bodyPr>
          <a:lstStyle/>
          <a:p>
            <a:r>
              <a:rPr lang="en-US" dirty="0"/>
              <a:t>dGLN3 STEM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C2734-F3BD-4D3E-82AC-FD19826D05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1BE691-A803-425A-8E70-C89FAADA23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2" t="5414" r="1937" b="1433"/>
          <a:stretch/>
        </p:blipFill>
        <p:spPr>
          <a:xfrm>
            <a:off x="2827445" y="1215413"/>
            <a:ext cx="6537109" cy="4721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26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450B0-8278-41EB-9571-8F71A3F55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45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E0AD13-0AB2-460D-BB5C-2C529613DF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1664194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409DA-7DC8-4EDB-96E6-B251E14AB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36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D56A06F-77F2-402C-B036-80518C31D4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1197273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41A6-6E8B-4649-AE1F-6C51EB018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27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D9DEEA-608B-4005-A2F7-FE3657D41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2596532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D761-1F32-45EE-89FE-2442EFC0C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9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1703C7-76DE-4A16-B077-596B7E886C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3079543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65F70-411D-4CCF-B365-864CE76D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2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25D9F1-81A0-4173-8A7C-D39BFB2B3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1017174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C87CC-BE0B-4EB4-B0F6-9AFAB7BF9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48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397EC2-3109-4EC6-A9FA-09A81C9FF8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410802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662BD-9C58-48F6-8417-16C5AF9CB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16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E15899-AE34-47D7-B7DD-A24295CC8A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4273723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25445-0163-418C-BCB3-A792ED4C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13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331598-237E-4DC0-B01C-47537A3549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2909336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992BA-AFE2-4D32-863A-2F1F45536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22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BB767F1-4F4F-439E-B92B-F9911D77C1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396199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388C-C26D-4740-BC78-F17167A11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40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2505F53-8E51-489A-8387-5BB1F1DA9A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3593009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5D939-9574-4B34-AF6F-95EEAFEFC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21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3C7A5B-C8A1-4910-BF58-18AA719F4E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1645209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</Words>
  <Application>Microsoft Office PowerPoint</Application>
  <PresentationFormat>Widescreen</PresentationFormat>
  <Paragraphs>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dGLN3 STEM Results</vt:lpstr>
      <vt:lpstr>Profile 45</vt:lpstr>
      <vt:lpstr>Profile 36</vt:lpstr>
      <vt:lpstr>Profile 27</vt:lpstr>
      <vt:lpstr>Profile 9</vt:lpstr>
      <vt:lpstr>Profile 2 </vt:lpstr>
      <vt:lpstr>Profile 48</vt:lpstr>
      <vt:lpstr>Profile 16</vt:lpstr>
      <vt:lpstr>Profile 13</vt:lpstr>
      <vt:lpstr>Profile 22</vt:lpstr>
      <vt:lpstr>Profile 40</vt:lpstr>
      <vt:lpstr>Profile 21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dGLN3 STEM Results</dc:title>
  <dc:creator>Christian, Mason</dc:creator>
  <cp:lastModifiedBy>Christian, Mason</cp:lastModifiedBy>
  <cp:revision>1</cp:revision>
  <dcterms:created xsi:type="dcterms:W3CDTF">2026-10-06T21:52:57Z</dcterms:created>
  <dcterms:modified xsi:type="dcterms:W3CDTF">2026-10-06T21:53:06Z</dcterms:modified>
</cp:coreProperties>
</file>