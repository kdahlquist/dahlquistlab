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0B76-561E-434B-B02A-28754832D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800D4-27BD-4355-9288-962AC44FD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0B20-A5F3-4272-8F6B-9191B8BE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61E2-B215-4B21-93A6-EE0EE8419C2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80234-2126-4F86-A642-1B1795E44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7DEDE-E81E-487C-A3DB-61703D62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AE62-0400-4876-AB8C-28E3E5EFC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47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74623-B60A-4427-9DD0-1AEF30928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FAE91-B044-45BC-9AF6-0286AFDE3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47F80-91DD-41A0-90F4-9572CECE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61E2-B215-4B21-93A6-EE0EE8419C2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F45AC-2A34-45B1-85F0-B2636082D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96F8B-2D31-48E3-93B8-898E62C75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AE62-0400-4876-AB8C-28E3E5EFC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40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4D1D-0BF3-4EE5-8918-7EA88433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15830-07C4-4CFE-9368-762AE7E5D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12565-E170-4ECB-A71F-6ED799999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61E2-B215-4B21-93A6-EE0EE8419C2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37166-F2D8-4BAA-9F85-0011534B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09BBA-F24A-49A4-ADE6-7D020D3BE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AE62-0400-4876-AB8C-28E3E5EFC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9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C29ED-695E-4DE7-A865-91A24E44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991C6-4AFD-4BCD-9D48-6BC44338B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B8AA2-BC1C-4F33-A25B-133738375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51B3C-9D6F-47F2-8262-9D6AA1828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61E2-B215-4B21-93A6-EE0EE8419C2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DE3EC-4872-43B2-AFCB-3139528E8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E86E6-388F-409D-8FEC-7D35FAEF0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AE62-0400-4876-AB8C-28E3E5EFC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6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42EE5-7B07-4717-A791-9D13D7090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D43B0-2448-44FE-8E45-E674B64A0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D5752-1762-4010-9FB0-138AA2CF4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9748C8-81D5-45F0-A630-7AC60FEB8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8FF0C8-79A2-4FF6-849B-D40514B08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10113D-A0DC-4FDB-A974-E66BAC7AE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61E2-B215-4B21-93A6-EE0EE8419C2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251E36-CEDE-433E-96FA-D6B45C6BC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FF740-D8C2-4522-BC65-B4FCF81E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AE62-0400-4876-AB8C-28E3E5EFC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7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4DD0-0AA1-4DE7-8325-DA56F705E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23214C-EF48-4509-AFFF-E903C7C88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61E2-B215-4B21-93A6-EE0EE8419C2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39945D-CBF2-4B23-AE94-5A71045E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2A50E-3A13-4F6B-A153-8B48D60F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AE62-0400-4876-AB8C-28E3E5EFC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8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B56E1-D66C-4472-9AE0-7886E2F1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61E2-B215-4B21-93A6-EE0EE8419C2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D88C0B-7EE2-4A4D-8DAA-1704706D5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26A50-DB78-4913-8726-34A10492F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AE62-0400-4876-AB8C-28E3E5EFC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53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A5250-1FA2-4066-8973-CD7D083C5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EEDE6-E91E-4FAA-AFE2-09A473748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D6DA6-88FF-4ACC-BD44-6FD51A434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E27E8-4E5D-4DFC-881D-D770BE21F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61E2-B215-4B21-93A6-EE0EE8419C2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E6332-7FB2-4F81-BCCC-EE32A5619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7D832-69E2-4BEA-9616-80EA16604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AE62-0400-4876-AB8C-28E3E5EFC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69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AC5CC-B349-47BE-8F27-4FE8F74E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2E2021-086B-4E2F-8A55-E81DAD4F1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722BF-4554-4404-9C49-B5CF8FB66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EE08A-46D5-4EF7-8A12-8FBA1F85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61E2-B215-4B21-93A6-EE0EE8419C2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C99A5-CA65-4332-B899-E49517879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731DF-7BF3-4849-A699-1FD75D7A3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AE62-0400-4876-AB8C-28E3E5EFC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09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5A205-DDE2-4320-B15B-6504E1901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FE43C-42A2-410B-9C82-4EEF34622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EB68C-B6CF-4B9A-B324-43F1D9D45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61E2-B215-4B21-93A6-EE0EE8419C2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34ADC-D570-48D3-A2ED-040A20A98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A8E48-17E0-4FF7-A880-9EC51B2C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AE62-0400-4876-AB8C-28E3E5EFC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7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0FD36-1C35-4A46-BD44-3DEB5F687D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266762-2F94-48BB-8940-CE5F87ECF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83D77-BBF9-4050-8D56-115905641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61E2-B215-4B21-93A6-EE0EE8419C2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25AC3-6273-41C0-A9FC-44EE6A0A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749EB-BFBF-4B9B-B40D-4A304434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AE62-0400-4876-AB8C-28E3E5EFC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3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F04EF5-24AF-44F0-BD41-636A9CDD9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BE518-BC3C-4B67-9EED-3CBC66CFE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4CB2A-F3C4-49C5-9BFE-4C5A3F1F6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C61E2-B215-4B21-93A6-EE0EE8419C2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56662-21D5-4C16-A9C5-340610F39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62AA-4B8C-4742-9380-EA3982A3D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9AE62-0400-4876-AB8C-28E3E5EFC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94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C6CAD-C182-409D-9850-72E05512B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B0D1E0-DACC-43CA-972F-9D7EEE0FAD22}"/>
              </a:ext>
            </a:extLst>
          </p:cNvPr>
          <p:cNvSpPr txBox="1"/>
          <p:nvPr/>
        </p:nvSpPr>
        <p:spPr>
          <a:xfrm>
            <a:off x="0" y="172675"/>
            <a:ext cx="1444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dCIN5 stem results</a:t>
            </a:r>
          </a:p>
        </p:txBody>
      </p:sp>
    </p:spTree>
    <p:extLst>
      <p:ext uri="{BB962C8B-B14F-4D97-AF65-F5344CB8AC3E}">
        <p14:creationId xmlns:p14="http://schemas.microsoft.com/office/powerpoint/2010/main" val="153365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D2566-677E-4C32-BAAC-A32276367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dCIN5 profile 45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8DC33E-79E4-4CF1-BBCD-88BC5A8AE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2885505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F2FE6-2C90-4D35-90C8-7CF1EA979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dCIN5 profile 22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CACFDC-F6E8-44F1-98E8-A39C15BEE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834" y="1543063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886666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99FA-B877-406E-9387-4B6AF917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dCIN5 profile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1DC3DB-515B-42E0-BF0E-9829815B0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789284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F9183-09F0-4627-A164-50ECE05A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dCIN5 profile 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08B503-16B7-4791-A779-BC0D866133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61587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B0C6-BBB8-448E-8CC3-5FD375081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dCIN5 profile 38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FBC056-AAA5-40F0-B31E-79908557E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2052209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7AA04-CA79-4202-A2D5-9DB45ECC2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dCIN5 profile 7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657283-7B06-40A2-B40B-C500F5388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514610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B4D53-42E1-409E-8387-297E6417A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dCIN5 profile 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07F052-D166-42B2-8CA3-F60C17D224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620462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24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dCIN5 profile 45</vt:lpstr>
      <vt:lpstr>dCIN5 profile 22</vt:lpstr>
      <vt:lpstr>dCIN5 profile 2</vt:lpstr>
      <vt:lpstr>dCIN5 profile 9</vt:lpstr>
      <vt:lpstr>dCIN5 profile 38</vt:lpstr>
      <vt:lpstr>dCIN5 profile 7</vt:lpstr>
      <vt:lpstr>dCIN5 profile 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Christian, Mason</dc:creator>
  <cp:lastModifiedBy>Christian, Mason</cp:lastModifiedBy>
  <cp:revision>5</cp:revision>
  <dcterms:created xsi:type="dcterms:W3CDTF">2026-09-29T22:41:04Z</dcterms:created>
  <dcterms:modified xsi:type="dcterms:W3CDTF">2026-09-29T23:28:20Z</dcterms:modified>
</cp:coreProperties>
</file>