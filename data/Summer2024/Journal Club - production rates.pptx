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82" r:id="rId6"/>
    <p:sldId id="257" r:id="rId7"/>
    <p:sldId id="258" r:id="rId8"/>
    <p:sldId id="259" r:id="rId9"/>
    <p:sldId id="263" r:id="rId10"/>
    <p:sldId id="272" r:id="rId11"/>
    <p:sldId id="283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ABCF0-4BBC-4DAD-97BD-D40575AFB480}" v="114" dt="2024-06-13T22:28:58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>
        <p:scale>
          <a:sx n="72" d="100"/>
          <a:sy n="72" d="100"/>
        </p:scale>
        <p:origin x="102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, Nikki" userId="23a9dea9-b5fb-4c75-a250-ed91f1fe31cc" providerId="ADAL" clId="{315ABCF0-4BBC-4DAD-97BD-D40575AFB480}"/>
    <pc:docChg chg="undo custSel delSld modSld">
      <pc:chgData name="Chun, Nikki" userId="23a9dea9-b5fb-4c75-a250-ed91f1fe31cc" providerId="ADAL" clId="{315ABCF0-4BBC-4DAD-97BD-D40575AFB480}" dt="2024-06-13T22:28:58.181" v="2555" actId="1076"/>
      <pc:docMkLst>
        <pc:docMk/>
      </pc:docMkLst>
      <pc:sldChg chg="modSp mod">
        <pc:chgData name="Chun, Nikki" userId="23a9dea9-b5fb-4c75-a250-ed91f1fe31cc" providerId="ADAL" clId="{315ABCF0-4BBC-4DAD-97BD-D40575AFB480}" dt="2024-06-13T18:56:36.796" v="2538" actId="20577"/>
        <pc:sldMkLst>
          <pc:docMk/>
          <pc:sldMk cId="778997875" sldId="256"/>
        </pc:sldMkLst>
        <pc:spChg chg="mod">
          <ac:chgData name="Chun, Nikki" userId="23a9dea9-b5fb-4c75-a250-ed91f1fe31cc" providerId="ADAL" clId="{315ABCF0-4BBC-4DAD-97BD-D40575AFB480}" dt="2024-06-13T18:56:36.796" v="2538" actId="20577"/>
          <ac:spMkLst>
            <pc:docMk/>
            <pc:sldMk cId="778997875" sldId="256"/>
            <ac:spMk id="3" creationId="{C05444EF-DF0B-7428-2798-6486F638BD58}"/>
          </ac:spMkLst>
        </pc:spChg>
      </pc:sldChg>
      <pc:sldChg chg="addSp modSp mod">
        <pc:chgData name="Chun, Nikki" userId="23a9dea9-b5fb-4c75-a250-ed91f1fe31cc" providerId="ADAL" clId="{315ABCF0-4BBC-4DAD-97BD-D40575AFB480}" dt="2024-06-13T21:49:26.828" v="2554" actId="20577"/>
        <pc:sldMkLst>
          <pc:docMk/>
          <pc:sldMk cId="642561092" sldId="257"/>
        </pc:sldMkLst>
        <pc:spChg chg="mod">
          <ac:chgData name="Chun, Nikki" userId="23a9dea9-b5fb-4c75-a250-ed91f1fe31cc" providerId="ADAL" clId="{315ABCF0-4BBC-4DAD-97BD-D40575AFB480}" dt="2024-06-13T21:49:26.828" v="2554" actId="20577"/>
          <ac:spMkLst>
            <pc:docMk/>
            <pc:sldMk cId="642561092" sldId="257"/>
            <ac:spMk id="2" creationId="{B1580BC7-829B-2570-9645-3786AF614859}"/>
          </ac:spMkLst>
        </pc:spChg>
        <pc:picChg chg="add mod">
          <ac:chgData name="Chun, Nikki" userId="23a9dea9-b5fb-4c75-a250-ed91f1fe31cc" providerId="ADAL" clId="{315ABCF0-4BBC-4DAD-97BD-D40575AFB480}" dt="2024-06-13T17:46:01.564" v="622" actId="1076"/>
          <ac:picMkLst>
            <pc:docMk/>
            <pc:sldMk cId="642561092" sldId="257"/>
            <ac:picMk id="3" creationId="{DB1492C5-3302-450E-280B-F700C29C4490}"/>
          </ac:picMkLst>
        </pc:picChg>
        <pc:picChg chg="mod">
          <ac:chgData name="Chun, Nikki" userId="23a9dea9-b5fb-4c75-a250-ed91f1fe31cc" providerId="ADAL" clId="{315ABCF0-4BBC-4DAD-97BD-D40575AFB480}" dt="2024-06-13T17:45:58.596" v="621" actId="1076"/>
          <ac:picMkLst>
            <pc:docMk/>
            <pc:sldMk cId="642561092" sldId="257"/>
            <ac:picMk id="1026" creationId="{120553E7-0767-A16C-04A5-FE36CF5338EC}"/>
          </ac:picMkLst>
        </pc:picChg>
      </pc:sldChg>
      <pc:sldChg chg="modSp mod">
        <pc:chgData name="Chun, Nikki" userId="23a9dea9-b5fb-4c75-a250-ed91f1fe31cc" providerId="ADAL" clId="{315ABCF0-4BBC-4DAD-97BD-D40575AFB480}" dt="2024-06-13T22:28:58.181" v="2555" actId="1076"/>
        <pc:sldMkLst>
          <pc:docMk/>
          <pc:sldMk cId="3653031691" sldId="258"/>
        </pc:sldMkLst>
        <pc:spChg chg="mod">
          <ac:chgData name="Chun, Nikki" userId="23a9dea9-b5fb-4c75-a250-ed91f1fe31cc" providerId="ADAL" clId="{315ABCF0-4BBC-4DAD-97BD-D40575AFB480}" dt="2024-06-13T17:56:01.436" v="979" actId="14100"/>
          <ac:spMkLst>
            <pc:docMk/>
            <pc:sldMk cId="3653031691" sldId="258"/>
            <ac:spMk id="2" creationId="{8100D21A-D31D-94D0-9ADC-174A6A960C35}"/>
          </ac:spMkLst>
        </pc:spChg>
        <pc:picChg chg="mod">
          <ac:chgData name="Chun, Nikki" userId="23a9dea9-b5fb-4c75-a250-ed91f1fe31cc" providerId="ADAL" clId="{315ABCF0-4BBC-4DAD-97BD-D40575AFB480}" dt="2024-06-13T22:28:58.181" v="2555" actId="1076"/>
          <ac:picMkLst>
            <pc:docMk/>
            <pc:sldMk cId="3653031691" sldId="258"/>
            <ac:picMk id="2050" creationId="{F0B4A64F-5741-89DB-42A3-59A96D15401D}"/>
          </ac:picMkLst>
        </pc:picChg>
      </pc:sldChg>
      <pc:sldChg chg="modSp mod">
        <pc:chgData name="Chun, Nikki" userId="23a9dea9-b5fb-4c75-a250-ed91f1fe31cc" providerId="ADAL" clId="{315ABCF0-4BBC-4DAD-97BD-D40575AFB480}" dt="2024-06-13T18:00:48.307" v="1313" actId="20577"/>
        <pc:sldMkLst>
          <pc:docMk/>
          <pc:sldMk cId="3942693564" sldId="259"/>
        </pc:sldMkLst>
        <pc:spChg chg="mod">
          <ac:chgData name="Chun, Nikki" userId="23a9dea9-b5fb-4c75-a250-ed91f1fe31cc" providerId="ADAL" clId="{315ABCF0-4BBC-4DAD-97BD-D40575AFB480}" dt="2024-06-13T18:00:48.307" v="1313" actId="20577"/>
          <ac:spMkLst>
            <pc:docMk/>
            <pc:sldMk cId="3942693564" sldId="259"/>
            <ac:spMk id="2" creationId="{3D5D8268-7DBD-2580-A13A-D09CCC8AEE3E}"/>
          </ac:spMkLst>
        </pc:spChg>
        <pc:picChg chg="mod">
          <ac:chgData name="Chun, Nikki" userId="23a9dea9-b5fb-4c75-a250-ed91f1fe31cc" providerId="ADAL" clId="{315ABCF0-4BBC-4DAD-97BD-D40575AFB480}" dt="2024-06-13T17:57:41.539" v="982" actId="1076"/>
          <ac:picMkLst>
            <pc:docMk/>
            <pc:sldMk cId="3942693564" sldId="259"/>
            <ac:picMk id="3074" creationId="{265897CC-1E11-A5EA-4883-C0F464B3F77D}"/>
          </ac:picMkLst>
        </pc:picChg>
      </pc:sldChg>
      <pc:sldChg chg="del">
        <pc:chgData name="Chun, Nikki" userId="23a9dea9-b5fb-4c75-a250-ed91f1fe31cc" providerId="ADAL" clId="{315ABCF0-4BBC-4DAD-97BD-D40575AFB480}" dt="2024-06-13T17:57:34.943" v="981" actId="47"/>
        <pc:sldMkLst>
          <pc:docMk/>
          <pc:sldMk cId="195437057" sldId="260"/>
        </pc:sldMkLst>
      </pc:sldChg>
      <pc:sldChg chg="del">
        <pc:chgData name="Chun, Nikki" userId="23a9dea9-b5fb-4c75-a250-ed91f1fe31cc" providerId="ADAL" clId="{315ABCF0-4BBC-4DAD-97BD-D40575AFB480}" dt="2024-06-13T18:01:04.751" v="1314" actId="47"/>
        <pc:sldMkLst>
          <pc:docMk/>
          <pc:sldMk cId="2831149891" sldId="261"/>
        </pc:sldMkLst>
      </pc:sldChg>
      <pc:sldChg chg="del">
        <pc:chgData name="Chun, Nikki" userId="23a9dea9-b5fb-4c75-a250-ed91f1fe31cc" providerId="ADAL" clId="{315ABCF0-4BBC-4DAD-97BD-D40575AFB480}" dt="2024-06-13T18:01:05.334" v="1315" actId="47"/>
        <pc:sldMkLst>
          <pc:docMk/>
          <pc:sldMk cId="214571395" sldId="262"/>
        </pc:sldMkLst>
      </pc:sldChg>
      <pc:sldChg chg="addSp delSp modSp mod">
        <pc:chgData name="Chun, Nikki" userId="23a9dea9-b5fb-4c75-a250-ed91f1fe31cc" providerId="ADAL" clId="{315ABCF0-4BBC-4DAD-97BD-D40575AFB480}" dt="2024-06-13T18:45:00.781" v="2028" actId="27636"/>
        <pc:sldMkLst>
          <pc:docMk/>
          <pc:sldMk cId="3706887554" sldId="263"/>
        </pc:sldMkLst>
        <pc:spChg chg="mod">
          <ac:chgData name="Chun, Nikki" userId="23a9dea9-b5fb-4c75-a250-ed91f1fe31cc" providerId="ADAL" clId="{315ABCF0-4BBC-4DAD-97BD-D40575AFB480}" dt="2024-06-13T18:35:46.900" v="1450" actId="20577"/>
          <ac:spMkLst>
            <pc:docMk/>
            <pc:sldMk cId="3706887554" sldId="263"/>
            <ac:spMk id="2" creationId="{4FBFC722-B507-8A96-A2DF-D2957DE9E5FA}"/>
          </ac:spMkLst>
        </pc:spChg>
        <pc:spChg chg="del">
          <ac:chgData name="Chun, Nikki" userId="23a9dea9-b5fb-4c75-a250-ed91f1fe31cc" providerId="ADAL" clId="{315ABCF0-4BBC-4DAD-97BD-D40575AFB480}" dt="2024-06-13T18:31:49.434" v="1344" actId="478"/>
          <ac:spMkLst>
            <pc:docMk/>
            <pc:sldMk cId="3706887554" sldId="263"/>
            <ac:spMk id="3" creationId="{FE928498-181C-06DB-B496-192E9C89E6CE}"/>
          </ac:spMkLst>
        </pc:spChg>
        <pc:spChg chg="add mod">
          <ac:chgData name="Chun, Nikki" userId="23a9dea9-b5fb-4c75-a250-ed91f1fe31cc" providerId="ADAL" clId="{315ABCF0-4BBC-4DAD-97BD-D40575AFB480}" dt="2024-06-13T18:45:00.781" v="2028" actId="27636"/>
          <ac:spMkLst>
            <pc:docMk/>
            <pc:sldMk cId="3706887554" sldId="263"/>
            <ac:spMk id="9" creationId="{E8D6F68D-4821-04DB-00A9-32CB983C2241}"/>
          </ac:spMkLst>
        </pc:spChg>
        <pc:grpChg chg="add mod topLvl">
          <ac:chgData name="Chun, Nikki" userId="23a9dea9-b5fb-4c75-a250-ed91f1fe31cc" providerId="ADAL" clId="{315ABCF0-4BBC-4DAD-97BD-D40575AFB480}" dt="2024-06-13T18:36:54.137" v="1465" actId="1076"/>
          <ac:grpSpMkLst>
            <pc:docMk/>
            <pc:sldMk cId="3706887554" sldId="263"/>
            <ac:grpSpMk id="7" creationId="{6E16BBE4-3D6F-FA1C-4E38-B114A7A486F5}"/>
          </ac:grpSpMkLst>
        </pc:grpChg>
        <pc:grpChg chg="add del mod">
          <ac:chgData name="Chun, Nikki" userId="23a9dea9-b5fb-4c75-a250-ed91f1fe31cc" providerId="ADAL" clId="{315ABCF0-4BBC-4DAD-97BD-D40575AFB480}" dt="2024-06-13T18:36:04.002" v="1452" actId="165"/>
          <ac:grpSpMkLst>
            <pc:docMk/>
            <pc:sldMk cId="3706887554" sldId="263"/>
            <ac:grpSpMk id="8" creationId="{BD533533-B5FA-9256-77CD-8B877A96F112}"/>
          </ac:grpSpMkLst>
        </pc:grpChg>
        <pc:picChg chg="add mod">
          <ac:chgData name="Chun, Nikki" userId="23a9dea9-b5fb-4c75-a250-ed91f1fe31cc" providerId="ADAL" clId="{315ABCF0-4BBC-4DAD-97BD-D40575AFB480}" dt="2024-06-13T18:36:54.137" v="1465" actId="1076"/>
          <ac:picMkLst>
            <pc:docMk/>
            <pc:sldMk cId="3706887554" sldId="263"/>
            <ac:picMk id="4" creationId="{FA7B1C6E-9FAA-1F49-D9A7-31DAA447EB4A}"/>
          </ac:picMkLst>
        </pc:picChg>
        <pc:picChg chg="add mod topLvl">
          <ac:chgData name="Chun, Nikki" userId="23a9dea9-b5fb-4c75-a250-ed91f1fe31cc" providerId="ADAL" clId="{315ABCF0-4BBC-4DAD-97BD-D40575AFB480}" dt="2024-06-13T18:36:56.263" v="1466" actId="1076"/>
          <ac:picMkLst>
            <pc:docMk/>
            <pc:sldMk cId="3706887554" sldId="263"/>
            <ac:picMk id="5" creationId="{BB9FD69F-D41B-4B99-6F30-321D4893791A}"/>
          </ac:picMkLst>
        </pc:picChg>
        <pc:picChg chg="add mod">
          <ac:chgData name="Chun, Nikki" userId="23a9dea9-b5fb-4c75-a250-ed91f1fe31cc" providerId="ADAL" clId="{315ABCF0-4BBC-4DAD-97BD-D40575AFB480}" dt="2024-06-13T18:36:54.137" v="1465" actId="1076"/>
          <ac:picMkLst>
            <pc:docMk/>
            <pc:sldMk cId="3706887554" sldId="263"/>
            <ac:picMk id="6" creationId="{5E475F6F-91EA-543F-4DFC-F933CB8A3818}"/>
          </ac:picMkLst>
        </pc:picChg>
        <pc:picChg chg="mod">
          <ac:chgData name="Chun, Nikki" userId="23a9dea9-b5fb-4c75-a250-ed91f1fe31cc" providerId="ADAL" clId="{315ABCF0-4BBC-4DAD-97BD-D40575AFB480}" dt="2024-06-13T18:36:54.137" v="1465" actId="1076"/>
          <ac:picMkLst>
            <pc:docMk/>
            <pc:sldMk cId="3706887554" sldId="263"/>
            <ac:picMk id="7170" creationId="{B1AA3739-4F2E-DE72-5351-8E88A5627A80}"/>
          </ac:picMkLst>
        </pc:picChg>
      </pc:sldChg>
      <pc:sldChg chg="del">
        <pc:chgData name="Chun, Nikki" userId="23a9dea9-b5fb-4c75-a250-ed91f1fe31cc" providerId="ADAL" clId="{315ABCF0-4BBC-4DAD-97BD-D40575AFB480}" dt="2024-06-13T18:45:10.794" v="2029" actId="47"/>
        <pc:sldMkLst>
          <pc:docMk/>
          <pc:sldMk cId="3686988957" sldId="264"/>
        </pc:sldMkLst>
      </pc:sldChg>
      <pc:sldChg chg="del">
        <pc:chgData name="Chun, Nikki" userId="23a9dea9-b5fb-4c75-a250-ed91f1fe31cc" providerId="ADAL" clId="{315ABCF0-4BBC-4DAD-97BD-D40575AFB480}" dt="2024-06-13T18:45:11.777" v="2030" actId="47"/>
        <pc:sldMkLst>
          <pc:docMk/>
          <pc:sldMk cId="2448315929" sldId="265"/>
        </pc:sldMkLst>
      </pc:sldChg>
      <pc:sldChg chg="del">
        <pc:chgData name="Chun, Nikki" userId="23a9dea9-b5fb-4c75-a250-ed91f1fe31cc" providerId="ADAL" clId="{315ABCF0-4BBC-4DAD-97BD-D40575AFB480}" dt="2024-06-13T18:45:12.516" v="2031" actId="47"/>
        <pc:sldMkLst>
          <pc:docMk/>
          <pc:sldMk cId="2703280013" sldId="266"/>
        </pc:sldMkLst>
      </pc:sldChg>
      <pc:sldChg chg="del">
        <pc:chgData name="Chun, Nikki" userId="23a9dea9-b5fb-4c75-a250-ed91f1fe31cc" providerId="ADAL" clId="{315ABCF0-4BBC-4DAD-97BD-D40575AFB480}" dt="2024-06-13T18:45:13.140" v="2032" actId="47"/>
        <pc:sldMkLst>
          <pc:docMk/>
          <pc:sldMk cId="1484140642" sldId="267"/>
        </pc:sldMkLst>
      </pc:sldChg>
      <pc:sldChg chg="del">
        <pc:chgData name="Chun, Nikki" userId="23a9dea9-b5fb-4c75-a250-ed91f1fe31cc" providerId="ADAL" clId="{315ABCF0-4BBC-4DAD-97BD-D40575AFB480}" dt="2024-06-13T18:45:13.826" v="2033" actId="47"/>
        <pc:sldMkLst>
          <pc:docMk/>
          <pc:sldMk cId="1925826887" sldId="268"/>
        </pc:sldMkLst>
      </pc:sldChg>
      <pc:sldChg chg="del">
        <pc:chgData name="Chun, Nikki" userId="23a9dea9-b5fb-4c75-a250-ed91f1fe31cc" providerId="ADAL" clId="{315ABCF0-4BBC-4DAD-97BD-D40575AFB480}" dt="2024-06-13T18:45:14.463" v="2034" actId="47"/>
        <pc:sldMkLst>
          <pc:docMk/>
          <pc:sldMk cId="4276000193" sldId="269"/>
        </pc:sldMkLst>
      </pc:sldChg>
      <pc:sldChg chg="del">
        <pc:chgData name="Chun, Nikki" userId="23a9dea9-b5fb-4c75-a250-ed91f1fe31cc" providerId="ADAL" clId="{315ABCF0-4BBC-4DAD-97BD-D40575AFB480}" dt="2024-06-13T18:45:15.190" v="2035" actId="47"/>
        <pc:sldMkLst>
          <pc:docMk/>
          <pc:sldMk cId="4031770280" sldId="270"/>
        </pc:sldMkLst>
      </pc:sldChg>
      <pc:sldChg chg="del">
        <pc:chgData name="Chun, Nikki" userId="23a9dea9-b5fb-4c75-a250-ed91f1fe31cc" providerId="ADAL" clId="{315ABCF0-4BBC-4DAD-97BD-D40575AFB480}" dt="2024-06-13T18:45:15.803" v="2036" actId="47"/>
        <pc:sldMkLst>
          <pc:docMk/>
          <pc:sldMk cId="1378750221" sldId="271"/>
        </pc:sldMkLst>
      </pc:sldChg>
      <pc:sldChg chg="modSp mod">
        <pc:chgData name="Chun, Nikki" userId="23a9dea9-b5fb-4c75-a250-ed91f1fe31cc" providerId="ADAL" clId="{315ABCF0-4BBC-4DAD-97BD-D40575AFB480}" dt="2024-06-13T18:50:59.931" v="2265" actId="1076"/>
        <pc:sldMkLst>
          <pc:docMk/>
          <pc:sldMk cId="3441733625" sldId="272"/>
        </pc:sldMkLst>
        <pc:spChg chg="mod">
          <ac:chgData name="Chun, Nikki" userId="23a9dea9-b5fb-4c75-a250-ed91f1fe31cc" providerId="ADAL" clId="{315ABCF0-4BBC-4DAD-97BD-D40575AFB480}" dt="2024-06-13T18:50:35.587" v="2260" actId="20577"/>
          <ac:spMkLst>
            <pc:docMk/>
            <pc:sldMk cId="3441733625" sldId="272"/>
            <ac:spMk id="2" creationId="{1B5B7C53-2CF1-97D1-A495-C4B95ACCFD63}"/>
          </ac:spMkLst>
        </pc:spChg>
        <pc:picChg chg="mod">
          <ac:chgData name="Chun, Nikki" userId="23a9dea9-b5fb-4c75-a250-ed91f1fe31cc" providerId="ADAL" clId="{315ABCF0-4BBC-4DAD-97BD-D40575AFB480}" dt="2024-06-13T18:50:59.931" v="2265" actId="1076"/>
          <ac:picMkLst>
            <pc:docMk/>
            <pc:sldMk cId="3441733625" sldId="272"/>
            <ac:picMk id="16386" creationId="{4B37564F-4984-7487-F988-CF6459B854B9}"/>
          </ac:picMkLst>
        </pc:picChg>
      </pc:sldChg>
      <pc:sldChg chg="del">
        <pc:chgData name="Chun, Nikki" userId="23a9dea9-b5fb-4c75-a250-ed91f1fe31cc" providerId="ADAL" clId="{315ABCF0-4BBC-4DAD-97BD-D40575AFB480}" dt="2024-06-13T18:46:25.348" v="2037" actId="47"/>
        <pc:sldMkLst>
          <pc:docMk/>
          <pc:sldMk cId="2879927030" sldId="273"/>
        </pc:sldMkLst>
      </pc:sldChg>
      <pc:sldChg chg="del">
        <pc:chgData name="Chun, Nikki" userId="23a9dea9-b5fb-4c75-a250-ed91f1fe31cc" providerId="ADAL" clId="{315ABCF0-4BBC-4DAD-97BD-D40575AFB480}" dt="2024-06-13T18:46:25.791" v="2038" actId="47"/>
        <pc:sldMkLst>
          <pc:docMk/>
          <pc:sldMk cId="2676172619" sldId="274"/>
        </pc:sldMkLst>
      </pc:sldChg>
      <pc:sldChg chg="del">
        <pc:chgData name="Chun, Nikki" userId="23a9dea9-b5fb-4c75-a250-ed91f1fe31cc" providerId="ADAL" clId="{315ABCF0-4BBC-4DAD-97BD-D40575AFB480}" dt="2024-06-13T18:46:26.989" v="2039" actId="47"/>
        <pc:sldMkLst>
          <pc:docMk/>
          <pc:sldMk cId="668128218" sldId="275"/>
        </pc:sldMkLst>
      </pc:sldChg>
      <pc:sldChg chg="del">
        <pc:chgData name="Chun, Nikki" userId="23a9dea9-b5fb-4c75-a250-ed91f1fe31cc" providerId="ADAL" clId="{315ABCF0-4BBC-4DAD-97BD-D40575AFB480}" dt="2024-06-13T18:46:28.613" v="2040" actId="47"/>
        <pc:sldMkLst>
          <pc:docMk/>
          <pc:sldMk cId="1366523923" sldId="276"/>
        </pc:sldMkLst>
      </pc:sldChg>
      <pc:sldChg chg="del">
        <pc:chgData name="Chun, Nikki" userId="23a9dea9-b5fb-4c75-a250-ed91f1fe31cc" providerId="ADAL" clId="{315ABCF0-4BBC-4DAD-97BD-D40575AFB480}" dt="2024-06-13T18:46:30.114" v="2042" actId="47"/>
        <pc:sldMkLst>
          <pc:docMk/>
          <pc:sldMk cId="2796294310" sldId="277"/>
        </pc:sldMkLst>
      </pc:sldChg>
      <pc:sldChg chg="del">
        <pc:chgData name="Chun, Nikki" userId="23a9dea9-b5fb-4c75-a250-ed91f1fe31cc" providerId="ADAL" clId="{315ABCF0-4BBC-4DAD-97BD-D40575AFB480}" dt="2024-06-13T18:46:30.853" v="2043" actId="47"/>
        <pc:sldMkLst>
          <pc:docMk/>
          <pc:sldMk cId="4182784022" sldId="278"/>
        </pc:sldMkLst>
      </pc:sldChg>
      <pc:sldChg chg="modSp mod">
        <pc:chgData name="Chun, Nikki" userId="23a9dea9-b5fb-4c75-a250-ed91f1fe31cc" providerId="ADAL" clId="{315ABCF0-4BBC-4DAD-97BD-D40575AFB480}" dt="2024-06-13T18:55:33.463" v="2525" actId="313"/>
        <pc:sldMkLst>
          <pc:docMk/>
          <pc:sldMk cId="4140920617" sldId="279"/>
        </pc:sldMkLst>
        <pc:spChg chg="mod">
          <ac:chgData name="Chun, Nikki" userId="23a9dea9-b5fb-4c75-a250-ed91f1fe31cc" providerId="ADAL" clId="{315ABCF0-4BBC-4DAD-97BD-D40575AFB480}" dt="2024-06-13T18:55:33.463" v="2525" actId="313"/>
          <ac:spMkLst>
            <pc:docMk/>
            <pc:sldMk cId="4140920617" sldId="279"/>
            <ac:spMk id="2" creationId="{0E79713A-01B6-07C7-ECE9-E8C822492908}"/>
          </ac:spMkLst>
        </pc:spChg>
      </pc:sldChg>
      <pc:sldChg chg="del">
        <pc:chgData name="Chun, Nikki" userId="23a9dea9-b5fb-4c75-a250-ed91f1fe31cc" providerId="ADAL" clId="{315ABCF0-4BBC-4DAD-97BD-D40575AFB480}" dt="2024-06-13T18:46:36.975" v="2044" actId="47"/>
        <pc:sldMkLst>
          <pc:docMk/>
          <pc:sldMk cId="3361161790" sldId="280"/>
        </pc:sldMkLst>
      </pc:sldChg>
      <pc:sldChg chg="del">
        <pc:chgData name="Chun, Nikki" userId="23a9dea9-b5fb-4c75-a250-ed91f1fe31cc" providerId="ADAL" clId="{315ABCF0-4BBC-4DAD-97BD-D40575AFB480}" dt="2024-06-13T18:46:37.603" v="2045" actId="47"/>
        <pc:sldMkLst>
          <pc:docMk/>
          <pc:sldMk cId="1712735922" sldId="281"/>
        </pc:sldMkLst>
      </pc:sldChg>
      <pc:sldChg chg="addSp modSp mod">
        <pc:chgData name="Chun, Nikki" userId="23a9dea9-b5fb-4c75-a250-ed91f1fe31cc" providerId="ADAL" clId="{315ABCF0-4BBC-4DAD-97BD-D40575AFB480}" dt="2024-06-13T21:48:45.148" v="2551" actId="20577"/>
        <pc:sldMkLst>
          <pc:docMk/>
          <pc:sldMk cId="3267857620" sldId="282"/>
        </pc:sldMkLst>
        <pc:spChg chg="mod">
          <ac:chgData name="Chun, Nikki" userId="23a9dea9-b5fb-4c75-a250-ed91f1fe31cc" providerId="ADAL" clId="{315ABCF0-4BBC-4DAD-97BD-D40575AFB480}" dt="2024-06-13T21:48:45.148" v="2551" actId="20577"/>
          <ac:spMkLst>
            <pc:docMk/>
            <pc:sldMk cId="3267857620" sldId="282"/>
            <ac:spMk id="2" creationId="{B1580BC7-829B-2570-9645-3786AF614859}"/>
          </ac:spMkLst>
        </pc:spChg>
        <pc:grpChg chg="add mod">
          <ac:chgData name="Chun, Nikki" userId="23a9dea9-b5fb-4c75-a250-ed91f1fe31cc" providerId="ADAL" clId="{315ABCF0-4BBC-4DAD-97BD-D40575AFB480}" dt="2024-06-13T17:39:15.601" v="231" actId="1076"/>
          <ac:grpSpMkLst>
            <pc:docMk/>
            <pc:sldMk cId="3267857620" sldId="282"/>
            <ac:grpSpMk id="4" creationId="{D6F2A9A5-E8E2-3863-5538-E331962EB920}"/>
          </ac:grpSpMkLst>
        </pc:grpChg>
        <pc:picChg chg="add mod">
          <ac:chgData name="Chun, Nikki" userId="23a9dea9-b5fb-4c75-a250-ed91f1fe31cc" providerId="ADAL" clId="{315ABCF0-4BBC-4DAD-97BD-D40575AFB480}" dt="2024-06-13T17:39:15.601" v="231" actId="1076"/>
          <ac:picMkLst>
            <pc:docMk/>
            <pc:sldMk cId="3267857620" sldId="282"/>
            <ac:picMk id="3" creationId="{1492582B-7CE1-43CD-B5F7-6F38708E81C9}"/>
          </ac:picMkLst>
        </pc:picChg>
        <pc:picChg chg="mod">
          <ac:chgData name="Chun, Nikki" userId="23a9dea9-b5fb-4c75-a250-ed91f1fe31cc" providerId="ADAL" clId="{315ABCF0-4BBC-4DAD-97BD-D40575AFB480}" dt="2024-06-13T17:39:15.601" v="231" actId="1076"/>
          <ac:picMkLst>
            <pc:docMk/>
            <pc:sldMk cId="3267857620" sldId="282"/>
            <ac:picMk id="1026" creationId="{120553E7-0767-A16C-04A5-FE36CF5338EC}"/>
          </ac:picMkLst>
        </pc:picChg>
      </pc:sldChg>
      <pc:sldChg chg="addSp modSp mod">
        <pc:chgData name="Chun, Nikki" userId="23a9dea9-b5fb-4c75-a250-ed91f1fe31cc" providerId="ADAL" clId="{315ABCF0-4BBC-4DAD-97BD-D40575AFB480}" dt="2024-06-13T18:54:04.016" v="2428" actId="1076"/>
        <pc:sldMkLst>
          <pc:docMk/>
          <pc:sldMk cId="1278934888" sldId="283"/>
        </pc:sldMkLst>
        <pc:spChg chg="mod">
          <ac:chgData name="Chun, Nikki" userId="23a9dea9-b5fb-4c75-a250-ed91f1fe31cc" providerId="ADAL" clId="{315ABCF0-4BBC-4DAD-97BD-D40575AFB480}" dt="2024-06-13T18:54:04.016" v="2428" actId="1076"/>
          <ac:spMkLst>
            <pc:docMk/>
            <pc:sldMk cId="1278934888" sldId="283"/>
            <ac:spMk id="2" creationId="{1B5B7C53-2CF1-97D1-A495-C4B95ACCFD63}"/>
          </ac:spMkLst>
        </pc:spChg>
        <pc:grpChg chg="add mod">
          <ac:chgData name="Chun, Nikki" userId="23a9dea9-b5fb-4c75-a250-ed91f1fe31cc" providerId="ADAL" clId="{315ABCF0-4BBC-4DAD-97BD-D40575AFB480}" dt="2024-06-13T18:52:03.452" v="2278" actId="1076"/>
          <ac:grpSpMkLst>
            <pc:docMk/>
            <pc:sldMk cId="1278934888" sldId="283"/>
            <ac:grpSpMk id="4" creationId="{D5A1D45F-D0B5-FF89-0CFF-4990C0C5A9EA}"/>
          </ac:grpSpMkLst>
        </pc:grpChg>
        <pc:picChg chg="add mod">
          <ac:chgData name="Chun, Nikki" userId="23a9dea9-b5fb-4c75-a250-ed91f1fe31cc" providerId="ADAL" clId="{315ABCF0-4BBC-4DAD-97BD-D40575AFB480}" dt="2024-06-13T18:52:03.452" v="2278" actId="1076"/>
          <ac:picMkLst>
            <pc:docMk/>
            <pc:sldMk cId="1278934888" sldId="283"/>
            <ac:picMk id="3" creationId="{E9019F80-7011-E193-7DC4-9024117AAA44}"/>
          </ac:picMkLst>
        </pc:picChg>
        <pc:picChg chg="mod">
          <ac:chgData name="Chun, Nikki" userId="23a9dea9-b5fb-4c75-a250-ed91f1fe31cc" providerId="ADAL" clId="{315ABCF0-4BBC-4DAD-97BD-D40575AFB480}" dt="2024-06-13T18:52:03.452" v="2278" actId="1076"/>
          <ac:picMkLst>
            <pc:docMk/>
            <pc:sldMk cId="1278934888" sldId="283"/>
            <ac:picMk id="16386" creationId="{4B37564F-4984-7487-F988-CF6459B854B9}"/>
          </ac:picMkLst>
        </pc:picChg>
      </pc:sldChg>
      <pc:sldChg chg="del">
        <pc:chgData name="Chun, Nikki" userId="23a9dea9-b5fb-4c75-a250-ed91f1fe31cc" providerId="ADAL" clId="{315ABCF0-4BBC-4DAD-97BD-D40575AFB480}" dt="2024-06-13T18:46:29.453" v="2041" actId="47"/>
        <pc:sldMkLst>
          <pc:docMk/>
          <pc:sldMk cId="4214087273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B3D21-F6AB-4E9D-956B-0347A6F5FDE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7FB52-1582-4BE8-95E0-D6158D40F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4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7FB52-1582-4BE8-95E0-D6158D40F7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2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C576-3EC9-22CA-9444-47295303A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2533-9745-F535-C950-ED238FE83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01D33-ABF3-C898-706F-8975915C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FE091-52D7-F648-69EB-AEE8CC67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AD2E-8A48-AA6E-E514-8CF4B78D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4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3886-ACEF-5F73-7B04-1AFA1A3B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4193-168A-616A-CCF4-6E0F14A5D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12C1E-8CE7-155F-D18B-41D7D984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5803C-5686-E4F3-1765-F1572404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FD51-2D83-333E-D693-A3B1F2F2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0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291B-9DD6-0ECA-C812-DBD1456E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D350A-4E5E-B3C0-EAB5-18BBBA0A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3412-390F-926E-FFF9-3E936EAB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422F-F29D-D5E1-85C3-F663F0EC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76F1-B6D3-9CB6-8650-1E1311D0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5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2CC4-921E-B458-829B-294D00A7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A0D6-81CE-6CAF-E8FB-596C6868D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10778-76E2-C1C3-C6EE-E520EEFEF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32E23-B288-2F50-375E-EB8E67C3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642A9-C5C8-4F9B-1D12-11137EDB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3CEBE-F8F3-8763-DFB3-4CAB9998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5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D418-D7A9-9B69-DD9E-46B913E2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FF3A1-C301-B124-34CB-CB551A298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631CC-E610-A807-297C-BCBB407C1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9AC-9A16-D349-5DC4-CAEBF23D4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1003E-C9D6-8185-12FD-BC5A6F0DD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0F21E-4BBC-5A71-834A-BBEAC4A1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A6852-DAA3-047B-A5AF-F230AE70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13FC3-4D54-AD03-12E7-239DD8AF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599A-56B2-E0FE-6D7E-8D12E428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D9008-423E-32EB-4D42-18EF9BAA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5BD63-3ACC-04A6-A263-D6C0AB0D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BD37-F371-8475-B957-2AE7E395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5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79F33-60F6-738B-2825-FBC3C982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C5313-A56C-3FB9-3834-7551EEFF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EFACF-E983-B1C7-E62A-80F24F5C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4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05B2-026E-755C-B70F-40307CA9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1789-509F-EE4E-0DBD-AECA231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FABA7-D115-C448-5FC8-E879D70EE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59475-6C9D-3D38-D68A-F31C2826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12962-5188-43DE-1A75-814FE010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03A3F-E979-6CBD-7B9B-5CBBB0AA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7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95B6-8E52-F114-6CA9-4D2F0E0F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E0A5B-D2CD-38F5-92A5-C07254FBE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C62E9-7C00-6702-5073-7FBB99367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7A83E-4C6B-BCC5-89B9-640D254B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7462A-4560-AC50-3136-8B20DB37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FE83A-59EC-C191-9B8C-98298025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4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0B0A-B8DE-909B-3990-AC9CBB2A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4BFD0-F279-4363-195E-0CC75E850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E629-B89B-D77A-E495-54DA04B7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F2FA-02F0-20A1-BCA9-49061B58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F8786-B972-D09B-8B60-A208AF83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39AD2-8494-8D4F-34B7-B9EA4DC6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06687-B5A0-4764-E03E-8868EBA1B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821B-8452-C89A-E8AE-3A38AB56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A18C6-E902-A1BD-5FB6-F0BC756E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00DF8-C734-1D26-7845-30597A95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0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BDA1F-C40F-544E-9846-C1BAA445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3C0A4-6624-4B6E-9F97-57625062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F775A-4F04-148A-3C3F-0732685AA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FD003-45C2-4A32-B7D7-2A53D0CD23D4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55DD-5F36-0C40-115C-B85DED1B2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16290-B629-0FA2-556B-9CB1233E7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29D80-C241-4408-BE8B-714B435E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2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C1D8-F8E6-5D14-DA96-5445E1D9C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Inference of gene regulation functions from dynamic transcriptome data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444EF-DF0B-7428-2798-6486F638BD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Journal Club – 6/13/2024</a:t>
            </a:r>
          </a:p>
        </p:txBody>
      </p:sp>
    </p:spTree>
    <p:extLst>
      <p:ext uri="{BB962C8B-B14F-4D97-AF65-F5344CB8AC3E}">
        <p14:creationId xmlns:p14="http://schemas.microsoft.com/office/powerpoint/2010/main" val="77899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BC7-829B-2570-9645-3786AF61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39" y="365125"/>
            <a:ext cx="11577722" cy="1325563"/>
          </a:xfrm>
        </p:spPr>
        <p:txBody>
          <a:bodyPr>
            <a:normAutofit/>
          </a:bodyPr>
          <a:lstStyle/>
          <a:p>
            <a:r>
              <a:rPr lang="en-US" sz="2800" dirty="0"/>
              <a:t>Fit regulation functions define TFs as activators or repressors based on mRNA expression level data of target gene fit to the target synthesis rate and plotted against TF protein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2A9A5-E8E2-3863-5538-E331962EB920}"/>
              </a:ext>
            </a:extLst>
          </p:cNvPr>
          <p:cNvGrpSpPr/>
          <p:nvPr/>
        </p:nvGrpSpPr>
        <p:grpSpPr>
          <a:xfrm>
            <a:off x="307139" y="1937579"/>
            <a:ext cx="11577722" cy="4796401"/>
            <a:chOff x="346785" y="1937579"/>
            <a:chExt cx="11577722" cy="479640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20553E7-0767-A16C-04A5-FE36CF533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667"/>
            <a:stretch/>
          </p:blipFill>
          <p:spPr bwMode="auto">
            <a:xfrm>
              <a:off x="346785" y="1937579"/>
              <a:ext cx="8635678" cy="479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492582B-7CE1-43CD-B5F7-6F38708E81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084" t="45390" r="610" b="24564"/>
            <a:stretch/>
          </p:blipFill>
          <p:spPr bwMode="auto">
            <a:xfrm>
              <a:off x="8982463" y="1937579"/>
              <a:ext cx="2942044" cy="315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6785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BC7-829B-2570-9645-3786AF61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49" y="279064"/>
            <a:ext cx="11607501" cy="1325563"/>
          </a:xfrm>
        </p:spPr>
        <p:txBody>
          <a:bodyPr>
            <a:noAutofit/>
          </a:bodyPr>
          <a:lstStyle/>
          <a:p>
            <a:r>
              <a:rPr lang="en-US" sz="3600" dirty="0"/>
              <a:t>Hill-functions can explain cases of combinatorial expression through matching the GRF to the model with the smallest variance to each logic combination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0553E7-0767-A16C-04A5-FE36CF533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5" r="34230" b="24652"/>
          <a:stretch/>
        </p:blipFill>
        <p:spPr bwMode="auto">
          <a:xfrm>
            <a:off x="3733055" y="1818510"/>
            <a:ext cx="4725890" cy="265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1492C5-3302-450E-280B-F700C29C4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05"/>
          <a:stretch/>
        </p:blipFill>
        <p:spPr bwMode="auto">
          <a:xfrm>
            <a:off x="2613212" y="4473911"/>
            <a:ext cx="7185502" cy="218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56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D21A-D31D-94D0-9ADC-174A6A96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365125"/>
            <a:ext cx="11542955" cy="1325563"/>
          </a:xfrm>
        </p:spPr>
        <p:txBody>
          <a:bodyPr>
            <a:noAutofit/>
          </a:bodyPr>
          <a:lstStyle/>
          <a:p>
            <a:r>
              <a:rPr lang="en-US" sz="3200" dirty="0"/>
              <a:t>Inference method visualized with 2 target genes of the CLB2 cluster show that the inferred GRF mostly capture the expression dynamics of each gene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B4A64F-5741-89DB-42A3-59A96D154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009" y="1939440"/>
            <a:ext cx="7479982" cy="469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03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8268-7DBD-2580-A13A-D09CCC8A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84" y="365125"/>
            <a:ext cx="11230232" cy="1325563"/>
          </a:xfrm>
        </p:spPr>
        <p:txBody>
          <a:bodyPr>
            <a:noAutofit/>
          </a:bodyPr>
          <a:lstStyle/>
          <a:p>
            <a:r>
              <a:rPr lang="en-US" sz="2800" dirty="0"/>
              <a:t>Kip2 regulation illustrated with the use of a thermodynamic model based on promoter structure (A) vs. general inference method (B) shows that the general inference method is a valid and can describe more complex GRFs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65897CC-1E11-A5EA-4883-C0F464B3F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169" y="1809022"/>
            <a:ext cx="6951662" cy="490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69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C722-B507-8A96-A2DF-D2957DE9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approach to generating networks with global DTA data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B9FD69F-D41B-4B99-6F30-321D48937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0" b="34601"/>
          <a:stretch/>
        </p:blipFill>
        <p:spPr bwMode="auto">
          <a:xfrm>
            <a:off x="6254577" y="2019343"/>
            <a:ext cx="3408021" cy="394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E16BBE4-3D6F-FA1C-4E38-B114A7A486F5}"/>
              </a:ext>
            </a:extLst>
          </p:cNvPr>
          <p:cNvGrpSpPr/>
          <p:nvPr/>
        </p:nvGrpSpPr>
        <p:grpSpPr>
          <a:xfrm>
            <a:off x="219075" y="2019343"/>
            <a:ext cx="5876925" cy="4473532"/>
            <a:chOff x="1470004" y="1825625"/>
            <a:chExt cx="5876925" cy="4473532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B1AA3739-4F2E-DE72-5351-8E88A5627A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57429" b="68451"/>
            <a:stretch/>
          </p:blipFill>
          <p:spPr bwMode="auto">
            <a:xfrm>
              <a:off x="1470004" y="1825625"/>
              <a:ext cx="2501857" cy="1905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A7B1C6E-9FAA-1F49-D9A7-31DAA447EB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552" r="57429" b="34558"/>
            <a:stretch/>
          </p:blipFill>
          <p:spPr bwMode="auto">
            <a:xfrm>
              <a:off x="4845071" y="1837508"/>
              <a:ext cx="2501858" cy="2106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E475F6F-91EA-543F-4DFC-F933CB8A38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110"/>
            <a:stretch/>
          </p:blipFill>
          <p:spPr bwMode="auto">
            <a:xfrm>
              <a:off x="1470004" y="4192200"/>
              <a:ext cx="5876925" cy="2106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E8D6F68D-4821-04DB-00A9-32CB983C2241}"/>
              </a:ext>
            </a:extLst>
          </p:cNvPr>
          <p:cNvSpPr txBox="1">
            <a:spLocks/>
          </p:cNvSpPr>
          <p:nvPr/>
        </p:nvSpPr>
        <p:spPr>
          <a:xfrm>
            <a:off x="9821176" y="2019343"/>
            <a:ext cx="2239020" cy="4473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4163" indent="-284163">
              <a:buFont typeface="+mj-lt"/>
              <a:buAutoNum type="alphaLcPeriod"/>
            </a:pPr>
            <a:r>
              <a:rPr lang="en-US" dirty="0"/>
              <a:t>TFs were selected based on criteria to ensure the resulting network was strongly connected </a:t>
            </a:r>
          </a:p>
          <a:p>
            <a:pPr marL="284163" indent="-284163">
              <a:buFont typeface="+mj-lt"/>
              <a:buAutoNum type="alphaLcPeriod"/>
            </a:pPr>
            <a:r>
              <a:rPr lang="en-US" dirty="0"/>
              <a:t>Gene interactions taken from literature where green squares indicate interactions between genes </a:t>
            </a:r>
          </a:p>
          <a:p>
            <a:pPr marL="284163" indent="-284163">
              <a:buFont typeface="+mj-lt"/>
              <a:buAutoNum type="alphaLcPeriod"/>
            </a:pPr>
            <a:r>
              <a:rPr lang="en-US" dirty="0"/>
              <a:t>Method to determine the protein degradation rate  for each TF </a:t>
            </a:r>
          </a:p>
          <a:p>
            <a:pPr marL="284163" indent="-284163">
              <a:buFont typeface="+mj-lt"/>
              <a:buAutoNum type="alphaLcPeriod"/>
            </a:pPr>
            <a:r>
              <a:rPr lang="en-US" dirty="0"/>
              <a:t>Combine network and define based on connectedness and score -&gt; network with the best score is most likely</a:t>
            </a:r>
          </a:p>
        </p:txBody>
      </p:sp>
    </p:spTree>
    <p:extLst>
      <p:ext uri="{BB962C8B-B14F-4D97-AF65-F5344CB8AC3E}">
        <p14:creationId xmlns:p14="http://schemas.microsoft.com/office/powerpoint/2010/main" val="370688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7C53-2CF1-97D1-A495-C4B95ACC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ranking network is similar to literature cited transcriptional oscillator networks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B37564F-4984-7487-F988-CF6459B85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16" t="-1" b="64040"/>
          <a:stretch/>
        </p:blipFill>
        <p:spPr bwMode="auto">
          <a:xfrm>
            <a:off x="3812216" y="1690688"/>
            <a:ext cx="4800444" cy="497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73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7C53-2CF1-97D1-A495-C4B95ACCF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97" y="328055"/>
            <a:ext cx="11714205" cy="1325563"/>
          </a:xfrm>
        </p:spPr>
        <p:txBody>
          <a:bodyPr>
            <a:noAutofit/>
          </a:bodyPr>
          <a:lstStyle/>
          <a:p>
            <a:r>
              <a:rPr lang="en-US" sz="3600" dirty="0"/>
              <a:t>Analysis of Swi4 node from this network shows that this network is not autonomously regulated but is better defined with added inputs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A1D45F-D0B5-FF89-0CFF-4990C0C5A9EA}"/>
              </a:ext>
            </a:extLst>
          </p:cNvPr>
          <p:cNvGrpSpPr/>
          <p:nvPr/>
        </p:nvGrpSpPr>
        <p:grpSpPr>
          <a:xfrm>
            <a:off x="45169" y="1770406"/>
            <a:ext cx="12101662" cy="5041557"/>
            <a:chOff x="312760" y="602306"/>
            <a:chExt cx="13300545" cy="60209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019F80-7011-E193-7DC4-9024117AAA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080" b="49084"/>
            <a:stretch/>
          </p:blipFill>
          <p:spPr bwMode="auto">
            <a:xfrm>
              <a:off x="312760" y="1396314"/>
              <a:ext cx="8263107" cy="5226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86" name="Picture 2">
              <a:extLst>
                <a:ext uri="{FF2B5EF4-FFF2-40B4-BE49-F238E27FC236}">
                  <a16:creationId xmlns:a16="http://schemas.microsoft.com/office/drawing/2014/main" id="{4B37564F-4984-7487-F988-CF6459B854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5350198" y="602306"/>
              <a:ext cx="8263107" cy="4667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893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713A-01B6-07C7-ECE9-E8C82249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effectively describes aspects of cell cycle oscillations 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38210EBB-5ED3-D68B-BD30-FAF8DE1A9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1733550"/>
            <a:ext cx="5876925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92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1AA927-AFF7-466A-B193-86C7DF16FA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28D0C2-465B-4C2B-97B9-080FBC5B72AF}">
  <ds:schemaRefs>
    <ds:schemaRef ds:uri="http://purl.org/dc/elements/1.1/"/>
    <ds:schemaRef ds:uri="http://schemas.microsoft.com/office/2006/documentManagement/types"/>
    <ds:schemaRef ds:uri="7bf50b4b-6300-445a-aea1-306a2291592c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070f1269-45c1-4463-99ba-5dc4e57c7dff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C309EA9-9748-485E-B9A3-299DB7507F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234</Words>
  <Application>Microsoft Office PowerPoint</Application>
  <PresentationFormat>Widescreen</PresentationFormat>
  <Paragraphs>15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Noto Sans</vt:lpstr>
      <vt:lpstr>Office Theme</vt:lpstr>
      <vt:lpstr>Inference of gene regulation functions from dynamic transcriptome data</vt:lpstr>
      <vt:lpstr>Fit regulation functions define TFs as activators or repressors based on mRNA expression level data of target gene fit to the target synthesis rate and plotted against TF protein model</vt:lpstr>
      <vt:lpstr>Hill-functions can explain cases of combinatorial expression through matching the GRF to the model with the smallest variance to each logic combination</vt:lpstr>
      <vt:lpstr>Inference method visualized with 2 target genes of the CLB2 cluster show that the inferred GRF mostly capture the expression dynamics of each gene </vt:lpstr>
      <vt:lpstr>Kip2 regulation illustrated with the use of a thermodynamic model based on promoter structure (A) vs. general inference method (B) shows that the general inference method is a valid and can describe more complex GRFs</vt:lpstr>
      <vt:lpstr>Stepwise approach to generating networks with global DTA data </vt:lpstr>
      <vt:lpstr>Best ranking network is similar to literature cited transcriptional oscillator networks</vt:lpstr>
      <vt:lpstr>Analysis of Swi4 node from this network shows that this network is not autonomously regulated but is better defined with added inputs</vt:lpstr>
      <vt:lpstr>Model effectively describes aspects of cell cycle oscillations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1</cp:revision>
  <dcterms:created xsi:type="dcterms:W3CDTF">2024-06-07T21:06:26Z</dcterms:created>
  <dcterms:modified xsi:type="dcterms:W3CDTF">2024-06-13T22:29:08Z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