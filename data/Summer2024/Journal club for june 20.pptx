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55BE6C-D818-4420-8894-D561C567DA0D}" v="120" dt="2024-06-20T18:59:30.6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 snapToGrid="0">
      <p:cViewPr>
        <p:scale>
          <a:sx n="73" d="100"/>
          <a:sy n="73" d="100"/>
        </p:scale>
        <p:origin x="994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un, Nikki" userId="23a9dea9-b5fb-4c75-a250-ed91f1fe31cc" providerId="ADAL" clId="{6555BE6C-D818-4420-8894-D561C567DA0D}"/>
    <pc:docChg chg="custSel addSld delSld modSld">
      <pc:chgData name="Chun, Nikki" userId="23a9dea9-b5fb-4c75-a250-ed91f1fe31cc" providerId="ADAL" clId="{6555BE6C-D818-4420-8894-D561C567DA0D}" dt="2024-06-20T19:21:03.628" v="727" actId="255"/>
      <pc:docMkLst>
        <pc:docMk/>
      </pc:docMkLst>
      <pc:sldChg chg="modSp mod">
        <pc:chgData name="Chun, Nikki" userId="23a9dea9-b5fb-4c75-a250-ed91f1fe31cc" providerId="ADAL" clId="{6555BE6C-D818-4420-8894-D561C567DA0D}" dt="2024-06-19T22:09:36.594" v="11" actId="20577"/>
        <pc:sldMkLst>
          <pc:docMk/>
          <pc:sldMk cId="4010425685" sldId="256"/>
        </pc:sldMkLst>
        <pc:spChg chg="mod">
          <ac:chgData name="Chun, Nikki" userId="23a9dea9-b5fb-4c75-a250-ed91f1fe31cc" providerId="ADAL" clId="{6555BE6C-D818-4420-8894-D561C567DA0D}" dt="2024-06-19T22:09:36.594" v="11" actId="20577"/>
          <ac:spMkLst>
            <pc:docMk/>
            <pc:sldMk cId="4010425685" sldId="256"/>
            <ac:spMk id="3" creationId="{64EDC4D9-9BB7-4166-F388-11B5507C4081}"/>
          </ac:spMkLst>
        </pc:spChg>
      </pc:sldChg>
      <pc:sldChg chg="modSp">
        <pc:chgData name="Chun, Nikki" userId="23a9dea9-b5fb-4c75-a250-ed91f1fe31cc" providerId="ADAL" clId="{6555BE6C-D818-4420-8894-D561C567DA0D}" dt="2024-06-19T23:41:58.186" v="50" actId="1036"/>
        <pc:sldMkLst>
          <pc:docMk/>
          <pc:sldMk cId="1663111527" sldId="260"/>
        </pc:sldMkLst>
        <pc:grpChg chg="mod">
          <ac:chgData name="Chun, Nikki" userId="23a9dea9-b5fb-4c75-a250-ed91f1fe31cc" providerId="ADAL" clId="{6555BE6C-D818-4420-8894-D561C567DA0D}" dt="2024-06-19T23:41:58.186" v="50" actId="1036"/>
          <ac:grpSpMkLst>
            <pc:docMk/>
            <pc:sldMk cId="1663111527" sldId="260"/>
            <ac:grpSpMk id="6" creationId="{06B4A598-A574-F32A-1AA1-802C782C05FE}"/>
          </ac:grpSpMkLst>
        </pc:grpChg>
        <pc:picChg chg="mod">
          <ac:chgData name="Chun, Nikki" userId="23a9dea9-b5fb-4c75-a250-ed91f1fe31cc" providerId="ADAL" clId="{6555BE6C-D818-4420-8894-D561C567DA0D}" dt="2024-06-19T23:41:58.186" v="50" actId="1036"/>
          <ac:picMkLst>
            <pc:docMk/>
            <pc:sldMk cId="1663111527" sldId="260"/>
            <ac:picMk id="4" creationId="{916A27D7-2BCA-F3EA-4184-7A78F8F80D94}"/>
          </ac:picMkLst>
        </pc:picChg>
        <pc:picChg chg="mod">
          <ac:chgData name="Chun, Nikki" userId="23a9dea9-b5fb-4c75-a250-ed91f1fe31cc" providerId="ADAL" clId="{6555BE6C-D818-4420-8894-D561C567DA0D}" dt="2024-06-19T23:41:58.186" v="50" actId="1036"/>
          <ac:picMkLst>
            <pc:docMk/>
            <pc:sldMk cId="1663111527" sldId="260"/>
            <ac:picMk id="5" creationId="{BB630BBB-9095-4A6B-2B17-B5874F9A8FC6}"/>
          </ac:picMkLst>
        </pc:picChg>
      </pc:sldChg>
      <pc:sldChg chg="modSp add mod">
        <pc:chgData name="Chun, Nikki" userId="23a9dea9-b5fb-4c75-a250-ed91f1fe31cc" providerId="ADAL" clId="{6555BE6C-D818-4420-8894-D561C567DA0D}" dt="2024-06-19T22:10:27.885" v="24" actId="20577"/>
        <pc:sldMkLst>
          <pc:docMk/>
          <pc:sldMk cId="1072364332" sldId="263"/>
        </pc:sldMkLst>
        <pc:spChg chg="mod">
          <ac:chgData name="Chun, Nikki" userId="23a9dea9-b5fb-4c75-a250-ed91f1fe31cc" providerId="ADAL" clId="{6555BE6C-D818-4420-8894-D561C567DA0D}" dt="2024-06-19T22:09:22.164" v="1"/>
          <ac:spMkLst>
            <pc:docMk/>
            <pc:sldMk cId="1072364332" sldId="263"/>
            <ac:spMk id="2" creationId="{3E7DB2F5-1613-A91B-7C43-2F6B71A5FF3D}"/>
          </ac:spMkLst>
        </pc:spChg>
        <pc:spChg chg="mod">
          <ac:chgData name="Chun, Nikki" userId="23a9dea9-b5fb-4c75-a250-ed91f1fe31cc" providerId="ADAL" clId="{6555BE6C-D818-4420-8894-D561C567DA0D}" dt="2024-06-19T22:10:27.885" v="24" actId="20577"/>
          <ac:spMkLst>
            <pc:docMk/>
            <pc:sldMk cId="1072364332" sldId="263"/>
            <ac:spMk id="3" creationId="{64EDC4D9-9BB7-4166-F388-11B5507C4081}"/>
          </ac:spMkLst>
        </pc:spChg>
      </pc:sldChg>
      <pc:sldChg chg="addSp delSp modSp new mod">
        <pc:chgData name="Chun, Nikki" userId="23a9dea9-b5fb-4c75-a250-ed91f1fe31cc" providerId="ADAL" clId="{6555BE6C-D818-4420-8894-D561C567DA0D}" dt="2024-06-19T23:53:34.689" v="153" actId="20577"/>
        <pc:sldMkLst>
          <pc:docMk/>
          <pc:sldMk cId="2501920193" sldId="264"/>
        </pc:sldMkLst>
        <pc:spChg chg="mod">
          <ac:chgData name="Chun, Nikki" userId="23a9dea9-b5fb-4c75-a250-ed91f1fe31cc" providerId="ADAL" clId="{6555BE6C-D818-4420-8894-D561C567DA0D}" dt="2024-06-19T23:53:34.689" v="153" actId="20577"/>
          <ac:spMkLst>
            <pc:docMk/>
            <pc:sldMk cId="2501920193" sldId="264"/>
            <ac:spMk id="2" creationId="{24037BEB-695C-08E8-D488-9E8846EEC2F9}"/>
          </ac:spMkLst>
        </pc:spChg>
        <pc:spChg chg="del">
          <ac:chgData name="Chun, Nikki" userId="23a9dea9-b5fb-4c75-a250-ed91f1fe31cc" providerId="ADAL" clId="{6555BE6C-D818-4420-8894-D561C567DA0D}" dt="2024-06-19T22:10:46.369" v="26" actId="478"/>
          <ac:spMkLst>
            <pc:docMk/>
            <pc:sldMk cId="2501920193" sldId="264"/>
            <ac:spMk id="3" creationId="{BF4BCBB2-C949-A055-184B-BC25419C79D1}"/>
          </ac:spMkLst>
        </pc:spChg>
        <pc:picChg chg="add mod">
          <ac:chgData name="Chun, Nikki" userId="23a9dea9-b5fb-4c75-a250-ed91f1fe31cc" providerId="ADAL" clId="{6555BE6C-D818-4420-8894-D561C567DA0D}" dt="2024-06-19T23:28:41.580" v="49" actId="1076"/>
          <ac:picMkLst>
            <pc:docMk/>
            <pc:sldMk cId="2501920193" sldId="264"/>
            <ac:picMk id="2050" creationId="{63E7F77D-C6F7-7DD6-06A2-544E99C92647}"/>
          </ac:picMkLst>
        </pc:picChg>
      </pc:sldChg>
      <pc:sldChg chg="addSp modSp add mod">
        <pc:chgData name="Chun, Nikki" userId="23a9dea9-b5fb-4c75-a250-ed91f1fe31cc" providerId="ADAL" clId="{6555BE6C-D818-4420-8894-D561C567DA0D}" dt="2024-06-20T00:22:47.347" v="240" actId="20577"/>
        <pc:sldMkLst>
          <pc:docMk/>
          <pc:sldMk cId="3072556727" sldId="265"/>
        </pc:sldMkLst>
        <pc:spChg chg="mod">
          <ac:chgData name="Chun, Nikki" userId="23a9dea9-b5fb-4c75-a250-ed91f1fe31cc" providerId="ADAL" clId="{6555BE6C-D818-4420-8894-D561C567DA0D}" dt="2024-06-20T00:22:47.347" v="240" actId="20577"/>
          <ac:spMkLst>
            <pc:docMk/>
            <pc:sldMk cId="3072556727" sldId="265"/>
            <ac:spMk id="2" creationId="{24037BEB-695C-08E8-D488-9E8846EEC2F9}"/>
          </ac:spMkLst>
        </pc:spChg>
        <pc:picChg chg="add mod">
          <ac:chgData name="Chun, Nikki" userId="23a9dea9-b5fb-4c75-a250-ed91f1fe31cc" providerId="ADAL" clId="{6555BE6C-D818-4420-8894-D561C567DA0D}" dt="2024-06-19T23:54:26.857" v="164" actId="1076"/>
          <ac:picMkLst>
            <pc:docMk/>
            <pc:sldMk cId="3072556727" sldId="265"/>
            <ac:picMk id="3" creationId="{53F12304-FE62-7B67-FA67-BAC3F14D99DD}"/>
          </ac:picMkLst>
        </pc:picChg>
        <pc:picChg chg="add mod">
          <ac:chgData name="Chun, Nikki" userId="23a9dea9-b5fb-4c75-a250-ed91f1fe31cc" providerId="ADAL" clId="{6555BE6C-D818-4420-8894-D561C567DA0D}" dt="2024-06-19T23:54:17.247" v="161" actId="1076"/>
          <ac:picMkLst>
            <pc:docMk/>
            <pc:sldMk cId="3072556727" sldId="265"/>
            <ac:picMk id="4098" creationId="{85D5EF04-4454-B9B9-6198-818C24850A19}"/>
          </ac:picMkLst>
        </pc:picChg>
      </pc:sldChg>
      <pc:sldChg chg="addSp modSp add mod">
        <pc:chgData name="Chun, Nikki" userId="23a9dea9-b5fb-4c75-a250-ed91f1fe31cc" providerId="ADAL" clId="{6555BE6C-D818-4420-8894-D561C567DA0D}" dt="2024-06-20T00:33:33.572" v="305" actId="20577"/>
        <pc:sldMkLst>
          <pc:docMk/>
          <pc:sldMk cId="3104854627" sldId="266"/>
        </pc:sldMkLst>
        <pc:spChg chg="mod">
          <ac:chgData name="Chun, Nikki" userId="23a9dea9-b5fb-4c75-a250-ed91f1fe31cc" providerId="ADAL" clId="{6555BE6C-D818-4420-8894-D561C567DA0D}" dt="2024-06-20T00:33:33.572" v="305" actId="20577"/>
          <ac:spMkLst>
            <pc:docMk/>
            <pc:sldMk cId="3104854627" sldId="266"/>
            <ac:spMk id="2" creationId="{24037BEB-695C-08E8-D488-9E8846EEC2F9}"/>
          </ac:spMkLst>
        </pc:spChg>
        <pc:picChg chg="add mod">
          <ac:chgData name="Chun, Nikki" userId="23a9dea9-b5fb-4c75-a250-ed91f1fe31cc" providerId="ADAL" clId="{6555BE6C-D818-4420-8894-D561C567DA0D}" dt="2024-06-20T00:23:07.260" v="242" actId="1076"/>
          <ac:picMkLst>
            <pc:docMk/>
            <pc:sldMk cId="3104854627" sldId="266"/>
            <ac:picMk id="5122" creationId="{431E2E83-EC99-4354-EC6B-0EBAD2C32FB9}"/>
          </ac:picMkLst>
        </pc:picChg>
      </pc:sldChg>
      <pc:sldChg chg="addSp modSp add mod">
        <pc:chgData name="Chun, Nikki" userId="23a9dea9-b5fb-4c75-a250-ed91f1fe31cc" providerId="ADAL" clId="{6555BE6C-D818-4420-8894-D561C567DA0D}" dt="2024-06-20T00:39:14.454" v="417" actId="255"/>
        <pc:sldMkLst>
          <pc:docMk/>
          <pc:sldMk cId="601864498" sldId="267"/>
        </pc:sldMkLst>
        <pc:spChg chg="mod">
          <ac:chgData name="Chun, Nikki" userId="23a9dea9-b5fb-4c75-a250-ed91f1fe31cc" providerId="ADAL" clId="{6555BE6C-D818-4420-8894-D561C567DA0D}" dt="2024-06-20T00:39:14.454" v="417" actId="255"/>
          <ac:spMkLst>
            <pc:docMk/>
            <pc:sldMk cId="601864498" sldId="267"/>
            <ac:spMk id="2" creationId="{24037BEB-695C-08E8-D488-9E8846EEC2F9}"/>
          </ac:spMkLst>
        </pc:spChg>
        <pc:picChg chg="add mod">
          <ac:chgData name="Chun, Nikki" userId="23a9dea9-b5fb-4c75-a250-ed91f1fe31cc" providerId="ADAL" clId="{6555BE6C-D818-4420-8894-D561C567DA0D}" dt="2024-06-20T00:33:47.321" v="308" actId="1076"/>
          <ac:picMkLst>
            <pc:docMk/>
            <pc:sldMk cId="601864498" sldId="267"/>
            <ac:picMk id="6146" creationId="{F88B6DDF-3394-B067-F15D-CEB224B63760}"/>
          </ac:picMkLst>
        </pc:picChg>
      </pc:sldChg>
      <pc:sldChg chg="addSp modSp add mod">
        <pc:chgData name="Chun, Nikki" userId="23a9dea9-b5fb-4c75-a250-ed91f1fe31cc" providerId="ADAL" clId="{6555BE6C-D818-4420-8894-D561C567DA0D}" dt="2024-06-20T18:54:28.405" v="595" actId="255"/>
        <pc:sldMkLst>
          <pc:docMk/>
          <pc:sldMk cId="3167023369" sldId="268"/>
        </pc:sldMkLst>
        <pc:spChg chg="mod">
          <ac:chgData name="Chun, Nikki" userId="23a9dea9-b5fb-4c75-a250-ed91f1fe31cc" providerId="ADAL" clId="{6555BE6C-D818-4420-8894-D561C567DA0D}" dt="2024-06-20T18:54:28.405" v="595" actId="255"/>
          <ac:spMkLst>
            <pc:docMk/>
            <pc:sldMk cId="3167023369" sldId="268"/>
            <ac:spMk id="2" creationId="{24037BEB-695C-08E8-D488-9E8846EEC2F9}"/>
          </ac:spMkLst>
        </pc:spChg>
        <pc:picChg chg="add mod">
          <ac:chgData name="Chun, Nikki" userId="23a9dea9-b5fb-4c75-a250-ed91f1fe31cc" providerId="ADAL" clId="{6555BE6C-D818-4420-8894-D561C567DA0D}" dt="2024-06-20T18:25:24.641" v="445" actId="1076"/>
          <ac:picMkLst>
            <pc:docMk/>
            <pc:sldMk cId="3167023369" sldId="268"/>
            <ac:picMk id="3" creationId="{07FECE20-06F9-4713-9DBB-E28E7732BE96}"/>
          </ac:picMkLst>
        </pc:picChg>
        <pc:picChg chg="add mod">
          <ac:chgData name="Chun, Nikki" userId="23a9dea9-b5fb-4c75-a250-ed91f1fe31cc" providerId="ADAL" clId="{6555BE6C-D818-4420-8894-D561C567DA0D}" dt="2024-06-20T18:25:19.914" v="444" actId="1076"/>
          <ac:picMkLst>
            <pc:docMk/>
            <pc:sldMk cId="3167023369" sldId="268"/>
            <ac:picMk id="4" creationId="{6F7869A6-B11D-3B6E-B93F-D6F375B32B84}"/>
          </ac:picMkLst>
        </pc:picChg>
        <pc:picChg chg="add mod">
          <ac:chgData name="Chun, Nikki" userId="23a9dea9-b5fb-4c75-a250-ed91f1fe31cc" providerId="ADAL" clId="{6555BE6C-D818-4420-8894-D561C567DA0D}" dt="2024-06-20T18:25:19.914" v="444" actId="1076"/>
          <ac:picMkLst>
            <pc:docMk/>
            <pc:sldMk cId="3167023369" sldId="268"/>
            <ac:picMk id="7170" creationId="{62D5D851-2E9A-CB76-EAB5-9E34280C29BB}"/>
          </ac:picMkLst>
        </pc:picChg>
      </pc:sldChg>
      <pc:sldChg chg="addSp modSp add mod">
        <pc:chgData name="Chun, Nikki" userId="23a9dea9-b5fb-4c75-a250-ed91f1fe31cc" providerId="ADAL" clId="{6555BE6C-D818-4420-8894-D561C567DA0D}" dt="2024-06-20T19:21:03.628" v="727" actId="255"/>
        <pc:sldMkLst>
          <pc:docMk/>
          <pc:sldMk cId="2414478211" sldId="269"/>
        </pc:sldMkLst>
        <pc:spChg chg="mod">
          <ac:chgData name="Chun, Nikki" userId="23a9dea9-b5fb-4c75-a250-ed91f1fe31cc" providerId="ADAL" clId="{6555BE6C-D818-4420-8894-D561C567DA0D}" dt="2024-06-20T19:21:03.628" v="727" actId="255"/>
          <ac:spMkLst>
            <pc:docMk/>
            <pc:sldMk cId="2414478211" sldId="269"/>
            <ac:spMk id="2" creationId="{24037BEB-695C-08E8-D488-9E8846EEC2F9}"/>
          </ac:spMkLst>
        </pc:spChg>
        <pc:picChg chg="add mod">
          <ac:chgData name="Chun, Nikki" userId="23a9dea9-b5fb-4c75-a250-ed91f1fe31cc" providerId="ADAL" clId="{6555BE6C-D818-4420-8894-D561C567DA0D}" dt="2024-06-20T18:59:13.489" v="648" actId="1076"/>
          <ac:picMkLst>
            <pc:docMk/>
            <pc:sldMk cId="2414478211" sldId="269"/>
            <ac:picMk id="3" creationId="{160B9584-F6AA-CB23-E83E-A7D46E5C53A3}"/>
          </ac:picMkLst>
        </pc:picChg>
        <pc:picChg chg="add mod">
          <ac:chgData name="Chun, Nikki" userId="23a9dea9-b5fb-4c75-a250-ed91f1fe31cc" providerId="ADAL" clId="{6555BE6C-D818-4420-8894-D561C567DA0D}" dt="2024-06-20T18:59:19.706" v="650" actId="1076"/>
          <ac:picMkLst>
            <pc:docMk/>
            <pc:sldMk cId="2414478211" sldId="269"/>
            <ac:picMk id="4" creationId="{73F2A4A4-9C9D-5F90-8DCC-FCBA66BE3A39}"/>
          </ac:picMkLst>
        </pc:picChg>
        <pc:picChg chg="add mod">
          <ac:chgData name="Chun, Nikki" userId="23a9dea9-b5fb-4c75-a250-ed91f1fe31cc" providerId="ADAL" clId="{6555BE6C-D818-4420-8894-D561C567DA0D}" dt="2024-06-20T18:59:15.079" v="649" actId="1076"/>
          <ac:picMkLst>
            <pc:docMk/>
            <pc:sldMk cId="2414478211" sldId="269"/>
            <ac:picMk id="5" creationId="{201F146F-1F28-1CE9-8217-6AC7B4725EC5}"/>
          </ac:picMkLst>
        </pc:picChg>
        <pc:picChg chg="add mod">
          <ac:chgData name="Chun, Nikki" userId="23a9dea9-b5fb-4c75-a250-ed91f1fe31cc" providerId="ADAL" clId="{6555BE6C-D818-4420-8894-D561C567DA0D}" dt="2024-06-20T18:59:30.631" v="651" actId="1076"/>
          <ac:picMkLst>
            <pc:docMk/>
            <pc:sldMk cId="2414478211" sldId="269"/>
            <ac:picMk id="6" creationId="{84B6A18D-C753-3E0E-E398-6DDA2B577B1E}"/>
          </ac:picMkLst>
        </pc:picChg>
        <pc:picChg chg="add mod">
          <ac:chgData name="Chun, Nikki" userId="23a9dea9-b5fb-4c75-a250-ed91f1fe31cc" providerId="ADAL" clId="{6555BE6C-D818-4420-8894-D561C567DA0D}" dt="2024-06-20T18:59:06.330" v="645" actId="1076"/>
          <ac:picMkLst>
            <pc:docMk/>
            <pc:sldMk cId="2414478211" sldId="269"/>
            <ac:picMk id="8194" creationId="{C654652A-30C2-5E63-D272-B739D3F725EE}"/>
          </ac:picMkLst>
        </pc:picChg>
      </pc:sldChg>
      <pc:sldChg chg="add del">
        <pc:chgData name="Chun, Nikki" userId="23a9dea9-b5fb-4c75-a250-ed91f1fe31cc" providerId="ADAL" clId="{6555BE6C-D818-4420-8894-D561C567DA0D}" dt="2024-06-19T22:12:30.150" v="47" actId="47"/>
        <pc:sldMkLst>
          <pc:docMk/>
          <pc:sldMk cId="299840925" sldId="270"/>
        </pc:sldMkLst>
      </pc:sldChg>
      <pc:sldChg chg="add del">
        <pc:chgData name="Chun, Nikki" userId="23a9dea9-b5fb-4c75-a250-ed91f1fe31cc" providerId="ADAL" clId="{6555BE6C-D818-4420-8894-D561C567DA0D}" dt="2024-06-19T22:12:29.345" v="46" actId="47"/>
        <pc:sldMkLst>
          <pc:docMk/>
          <pc:sldMk cId="1982763505" sldId="271"/>
        </pc:sldMkLst>
      </pc:sldChg>
      <pc:sldChg chg="add del">
        <pc:chgData name="Chun, Nikki" userId="23a9dea9-b5fb-4c75-a250-ed91f1fe31cc" providerId="ADAL" clId="{6555BE6C-D818-4420-8894-D561C567DA0D}" dt="2024-06-19T22:12:28.937" v="45" actId="47"/>
        <pc:sldMkLst>
          <pc:docMk/>
          <pc:sldMk cId="1647686323" sldId="272"/>
        </pc:sldMkLst>
      </pc:sldChg>
      <pc:sldChg chg="add del">
        <pc:chgData name="Chun, Nikki" userId="23a9dea9-b5fb-4c75-a250-ed91f1fe31cc" providerId="ADAL" clId="{6555BE6C-D818-4420-8894-D561C567DA0D}" dt="2024-06-19T22:12:28.634" v="44" actId="47"/>
        <pc:sldMkLst>
          <pc:docMk/>
          <pc:sldMk cId="935254925" sldId="273"/>
        </pc:sldMkLst>
      </pc:sldChg>
      <pc:sldChg chg="add del">
        <pc:chgData name="Chun, Nikki" userId="23a9dea9-b5fb-4c75-a250-ed91f1fe31cc" providerId="ADAL" clId="{6555BE6C-D818-4420-8894-D561C567DA0D}" dt="2024-06-19T22:12:28.313" v="43" actId="47"/>
        <pc:sldMkLst>
          <pc:docMk/>
          <pc:sldMk cId="3723163088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A5CD71-D1A1-469D-B1EE-9550FAA5215A}" type="datetimeFigureOut">
              <a:rPr lang="en-US" smtClean="0"/>
              <a:t>6/19/2024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36D83-DFA4-47C2-81FB-4B7A50B3C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210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68AA-04A1-C4B3-4F1A-9CB0C4256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FEFDB3-D3C5-41FD-A2F6-8416AB5E30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EBD32-1F1A-B034-1D92-1BA46C838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4B35B-198B-4761-A644-6CA990B1404F}" type="datetimeFigureOut">
              <a:rPr lang="en-US" smtClean="0"/>
              <a:t>6/19/2024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581A2-3D3A-6C8B-8D17-954D8B9EF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D23A1-46D0-030B-918B-1F7B61A96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661F8-AFD7-42CE-9DFD-A9A06ECCC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93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3CFFC-51A9-3030-7218-4D404A805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1A721-BB3B-C8DA-7A6E-8165D22FD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A0AA4-D078-1E61-60DB-2CCC0372D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4B35B-198B-4761-A644-6CA990B1404F}" type="datetimeFigureOut">
              <a:rPr lang="en-US" smtClean="0"/>
              <a:t>6/19/2024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0A64A-5354-2A93-3093-DF02EAD4B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85C39-21A4-E5CE-2867-542A25A9B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661F8-AFD7-42CE-9DFD-A9A06ECCC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573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DFB9-5629-C140-91CC-2D8564B83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4C676-4C55-00F7-7DB8-160393656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68647-709C-EEBE-90D1-101188F53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4B35B-198B-4761-A644-6CA990B1404F}" type="datetimeFigureOut">
              <a:rPr lang="en-US" smtClean="0"/>
              <a:t>6/19/2024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9254A-ED58-4B43-5BC9-AC41E62FE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520B5-E5D7-878F-5577-7D7CDF394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661F8-AFD7-42CE-9DFD-A9A06ECCC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096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EB0B5-171F-ED22-6BE7-371B16F43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333E1-BB01-9FAD-D49E-8EC4E59087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1C8886-626F-AE02-6E43-A777AC9A5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AF57E7-A4CD-311B-B4E7-4ABBF41FA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4B35B-198B-4761-A644-6CA990B1404F}" type="datetimeFigureOut">
              <a:rPr lang="en-US" smtClean="0"/>
              <a:t>6/19/2024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89934F-C123-6142-CE6D-B675CAA61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01FB9E-6523-02AB-D12F-F2768084A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661F8-AFD7-42CE-9DFD-A9A06ECCC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342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96C53-3D04-B693-F418-901743CD4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40CE24-B523-AA2D-5318-8ADDC1998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C99E7C-4432-D12C-8F96-1E6A9A7AAF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F07D43-A249-C81B-C9A4-DB64DAE79B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B286A7-97FA-9000-B423-BD285B1C7B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63F9D1-B01D-39C4-3BD8-315C10F14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4B35B-198B-4761-A644-6CA990B1404F}" type="datetimeFigureOut">
              <a:rPr lang="en-US" smtClean="0"/>
              <a:t>6/19/2024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46C19F-0D98-DB6A-DC6C-FDDCB6E0C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017040-561E-B8C4-6DBE-80C41629C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661F8-AFD7-42CE-9DFD-A9A06ECCC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25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A4D1D-605F-C6EB-929B-2F2596ACF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1762D8-B79E-F4A4-F9E5-3B57571BB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4B35B-198B-4761-A644-6CA990B1404F}" type="datetimeFigureOut">
              <a:rPr lang="en-US" smtClean="0"/>
              <a:t>6/19/2024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3AF0A-BF19-8029-A38E-2FF709F56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86341B-7830-7C75-A64D-F0963C33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661F8-AFD7-42CE-9DFD-A9A06ECCC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34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40EBC6-EB46-61C3-EDDA-2B19FA3FD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4B35B-198B-4761-A644-6CA990B1404F}" type="datetimeFigureOut">
              <a:rPr lang="en-US" smtClean="0"/>
              <a:t>6/19/2024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B5BA8E-0495-B210-4EEC-310D6F390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8D107-A28C-7C32-FDF9-BEE5545D4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661F8-AFD7-42CE-9DFD-A9A06ECCC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28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B9C33-6484-274C-F0EE-FC7E5C856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E6B72-79A7-7937-7420-307D284EE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22AFF4-796C-CCD4-AE55-133950EA42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8C4D15-A31A-DB0E-BD93-7467046BB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4B35B-198B-4761-A644-6CA990B1404F}" type="datetimeFigureOut">
              <a:rPr lang="en-US" smtClean="0"/>
              <a:t>6/19/2024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4CE17-6CC9-CED5-4111-44CD98BAD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AC04CC-04B6-395B-9E7E-87794BE9C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661F8-AFD7-42CE-9DFD-A9A06ECCC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561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8F35B-EB38-DE1E-B7EB-82328C877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48E03D-ACC0-3C10-AB8D-998C032215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0BC691-3F83-64F6-E002-C7316890FD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F7B500-F365-3C0A-6F29-2FEBC1E9E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4B35B-198B-4761-A644-6CA990B1404F}" type="datetimeFigureOut">
              <a:rPr lang="en-US" smtClean="0"/>
              <a:t>6/19/2024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94088-9E42-68AD-9FD7-06A3523BC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2B65C-8D54-9430-4F41-15A13D11C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661F8-AFD7-42CE-9DFD-A9A06ECCC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628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A4EE1-8A99-B49A-7994-2ACC47752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ED6623-E472-A712-5AD9-A744C5BC1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BBE77-E236-D088-B283-8E02CE1DC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4B35B-198B-4761-A644-6CA990B1404F}" type="datetimeFigureOut">
              <a:rPr lang="en-US" smtClean="0"/>
              <a:t>6/19/2024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CE947-4F44-36A2-CD91-B56BD2AEB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31504-AF0A-145D-EB51-8D217F86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661F8-AFD7-42CE-9DFD-A9A06ECCC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529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DF3032-3E4A-01DB-C183-FFC5AE3F04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C5ECD-3DD0-0E4E-A3AA-68164DCE4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610BD-22AE-A3BF-18DA-D5ACC156E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4B35B-198B-4761-A644-6CA990B1404F}" type="datetimeFigureOut">
              <a:rPr lang="en-US" smtClean="0"/>
              <a:t>6/19/2024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0D724-5295-0BD2-9DBB-BAA0DD7D3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F2BAB-CF7B-5DA2-7394-346EED614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661F8-AFD7-42CE-9DFD-A9A06ECCC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451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D28AB4-4FEE-6F3A-37E1-17D52B58F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C4212A-9ADA-418A-2DA3-8FFC7E580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1101B-5B49-EFA0-7997-AEE08F0A1E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24B35B-198B-4761-A644-6CA990B1404F}" type="datetimeFigureOut">
              <a:rPr lang="en-US" smtClean="0"/>
              <a:t>6/19/2024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183CD-2FEB-BCE9-631A-6411E1C821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539DD-68AE-1043-D315-FAF57737A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8661F8-AFD7-42CE-9DFD-A9A06ECCC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78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DB2F5-1613-A91B-7C43-2F6B71A5FF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Comparative dynamic transcriptome analysis (</a:t>
            </a:r>
            <a:r>
              <a:rPr lang="en-US" sz="4000" dirty="0" err="1"/>
              <a:t>cDTA</a:t>
            </a:r>
            <a:r>
              <a:rPr lang="en-US" sz="4000" dirty="0"/>
              <a:t>) reveals mutual feedback between mRNA synthesis and degradation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EDC4D9-9BB7-4166-F388-11B5507C40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Sun et al </a:t>
            </a:r>
          </a:p>
        </p:txBody>
      </p:sp>
    </p:spTree>
    <p:extLst>
      <p:ext uri="{BB962C8B-B14F-4D97-AF65-F5344CB8AC3E}">
        <p14:creationId xmlns:p14="http://schemas.microsoft.com/office/powerpoint/2010/main" val="4010425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F9C55-B30B-827E-2A4B-DE76D846D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cDTA</a:t>
            </a:r>
            <a:r>
              <a:rPr lang="en-US" dirty="0"/>
              <a:t> experiment methods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FBED25-B7D9-E592-2E42-E03BC4155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190" y="2199572"/>
            <a:ext cx="7805619" cy="3698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5312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24230-CAD5-1F7E-ACD9-22374A70B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 of </a:t>
            </a:r>
            <a:r>
              <a:rPr lang="en-US" dirty="0" err="1"/>
              <a:t>cDTA</a:t>
            </a:r>
            <a:r>
              <a:rPr lang="en-US" dirty="0"/>
              <a:t> protocol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B8A9B5-A25F-6944-8956-87DA998500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054"/>
          <a:stretch/>
        </p:blipFill>
        <p:spPr bwMode="auto">
          <a:xfrm>
            <a:off x="838200" y="2153264"/>
            <a:ext cx="5795679" cy="3903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ECC7D9-A8D4-8BA8-A650-4383E06028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205"/>
          <a:stretch/>
        </p:blipFill>
        <p:spPr bwMode="auto">
          <a:xfrm>
            <a:off x="6096000" y="2153264"/>
            <a:ext cx="5478161" cy="1946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2061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23F5B-B085-3417-9F2B-4F3E9839C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err="1"/>
              <a:t>cDTA</a:t>
            </a:r>
            <a:r>
              <a:rPr lang="en-US" sz="3600" dirty="0"/>
              <a:t> normalization for direct comparison of Sc data between different experiments allows global changes to be shown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B7DBBC-C96F-CE4D-CC19-0F01AB7CA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8279" y="2145688"/>
            <a:ext cx="6015442" cy="4347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5051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87006-32D0-9008-F916-B9C81B688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Conventional methods of mRNA half-life estimation using </a:t>
            </a:r>
            <a:r>
              <a:rPr lang="en-US" sz="3200" i="1" dirty="0"/>
              <a:t>rphb1-1</a:t>
            </a:r>
            <a:r>
              <a:rPr lang="en-US" sz="3200" dirty="0"/>
              <a:t> mutant strain or transcriptional arrest do not produce reliable half-life estimations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6B4A598-A574-F32A-1AA1-802C782C05FE}"/>
              </a:ext>
            </a:extLst>
          </p:cNvPr>
          <p:cNvGrpSpPr/>
          <p:nvPr/>
        </p:nvGrpSpPr>
        <p:grpSpPr>
          <a:xfrm>
            <a:off x="1205680" y="2198298"/>
            <a:ext cx="9780639" cy="4300840"/>
            <a:chOff x="956187" y="2192035"/>
            <a:chExt cx="9780639" cy="430084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16A27D7-2BCA-F3EA-4184-7A78F8F80D9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202"/>
            <a:stretch/>
          </p:blipFill>
          <p:spPr bwMode="auto">
            <a:xfrm>
              <a:off x="6435986" y="2192035"/>
              <a:ext cx="4300840" cy="43008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B630BBB-9095-4A6B-2B17-B5874F9A8FC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7812"/>
            <a:stretch/>
          </p:blipFill>
          <p:spPr bwMode="auto">
            <a:xfrm>
              <a:off x="956187" y="2192035"/>
              <a:ext cx="5479799" cy="4070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63111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1AEAB-9C53-FE6C-63A4-040D33D4E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0377"/>
            <a:ext cx="10515600" cy="1325563"/>
          </a:xfrm>
        </p:spPr>
        <p:txBody>
          <a:bodyPr>
            <a:noAutofit/>
          </a:bodyPr>
          <a:lstStyle/>
          <a:p>
            <a:r>
              <a:rPr lang="en-US" sz="3600" dirty="0" err="1"/>
              <a:t>cDTA</a:t>
            </a:r>
            <a:r>
              <a:rPr lang="en-US" sz="3600" dirty="0"/>
              <a:t> reveals differences in mRNA metabolism of Sc and </a:t>
            </a:r>
            <a:r>
              <a:rPr lang="en-US" sz="3600" dirty="0" err="1"/>
              <a:t>Sp</a:t>
            </a:r>
            <a:r>
              <a:rPr lang="en-US" sz="3600" dirty="0"/>
              <a:t> suggesting that </a:t>
            </a:r>
            <a:r>
              <a:rPr lang="en-US" sz="3600" dirty="0" err="1"/>
              <a:t>Sp</a:t>
            </a:r>
            <a:r>
              <a:rPr lang="en-US" sz="3600" dirty="0"/>
              <a:t> cells have more stable mRNAs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4F3707-2C8A-984A-FB2B-6861F0DAF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7699" y="1712507"/>
            <a:ext cx="6596601" cy="4931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067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56FD2-1BCE-1097-A8F5-CA3874B0C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Mutant strain synthesis and decay rates show that total mRNA levels are regulated by decreased degradation when synthesis rates are lowered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495C809-43BC-0BC2-E594-CB97D1B02DDC}"/>
              </a:ext>
            </a:extLst>
          </p:cNvPr>
          <p:cNvGrpSpPr/>
          <p:nvPr/>
        </p:nvGrpSpPr>
        <p:grpSpPr>
          <a:xfrm>
            <a:off x="838200" y="2119773"/>
            <a:ext cx="10665542" cy="4373102"/>
            <a:chOff x="838200" y="1924459"/>
            <a:chExt cx="10988190" cy="434360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5320EFF-4AAA-4E3C-AA97-D3E2D5FA7E3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9437"/>
            <a:stretch/>
          </p:blipFill>
          <p:spPr bwMode="auto">
            <a:xfrm>
              <a:off x="838200" y="1924459"/>
              <a:ext cx="6752006" cy="43436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4B85415-3A0A-4AF4-D7D9-6383D1CCFDE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0563" r="59146"/>
            <a:stretch/>
          </p:blipFill>
          <p:spPr bwMode="auto">
            <a:xfrm>
              <a:off x="7590206" y="1924459"/>
              <a:ext cx="4236184" cy="43436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0557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DB2F5-1613-A91B-7C43-2F6B71A5FF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Periodic mRNA synthesis and degradation co‐operate during cell cycle gene expression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EDC4D9-9BB7-4166-F388-11B5507C40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Eser</a:t>
            </a:r>
            <a:r>
              <a:rPr lang="en-US" dirty="0"/>
              <a:t> et al </a:t>
            </a:r>
          </a:p>
        </p:txBody>
      </p:sp>
    </p:spTree>
    <p:extLst>
      <p:ext uri="{BB962C8B-B14F-4D97-AF65-F5344CB8AC3E}">
        <p14:creationId xmlns:p14="http://schemas.microsoft.com/office/powerpoint/2010/main" val="1072364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7BEB-695C-08E8-D488-9E8846EEC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for identifying periodic mRNA during the cell cycle </a:t>
            </a:r>
          </a:p>
        </p:txBody>
      </p:sp>
      <p:pic>
        <p:nvPicPr>
          <p:cNvPr id="2050" name="Picture 2" descr="image">
            <a:extLst>
              <a:ext uri="{FF2B5EF4-FFF2-40B4-BE49-F238E27FC236}">
                <a16:creationId xmlns:a16="http://schemas.microsoft.com/office/drawing/2014/main" id="{63E7F77D-C6F7-7DD6-06A2-544E99C92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393" y="1690688"/>
            <a:ext cx="6762750" cy="505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1920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7BEB-695C-08E8-D488-9E8846EEC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Biological profiles of the identified periodic genes</a:t>
            </a:r>
          </a:p>
        </p:txBody>
      </p:sp>
      <p:pic>
        <p:nvPicPr>
          <p:cNvPr id="4098" name="Picture 2" descr="image">
            <a:extLst>
              <a:ext uri="{FF2B5EF4-FFF2-40B4-BE49-F238E27FC236}">
                <a16:creationId xmlns:a16="http://schemas.microsoft.com/office/drawing/2014/main" id="{85D5EF04-4454-B9B9-6198-818C24850A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207"/>
          <a:stretch/>
        </p:blipFill>
        <p:spPr bwMode="auto">
          <a:xfrm>
            <a:off x="870516" y="1998445"/>
            <a:ext cx="4727396" cy="3155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mage">
            <a:extLst>
              <a:ext uri="{FF2B5EF4-FFF2-40B4-BE49-F238E27FC236}">
                <a16:creationId xmlns:a16="http://schemas.microsoft.com/office/drawing/2014/main" id="{53F12304-FE62-7B67-FA67-BAC3F14D99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93"/>
          <a:stretch/>
        </p:blipFill>
        <p:spPr bwMode="auto">
          <a:xfrm>
            <a:off x="6245882" y="1690688"/>
            <a:ext cx="3922876" cy="5130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2556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7BEB-695C-08E8-D488-9E8846EEC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for finding cell-cycle related transcription factors </a:t>
            </a:r>
          </a:p>
        </p:txBody>
      </p:sp>
      <p:pic>
        <p:nvPicPr>
          <p:cNvPr id="5122" name="Picture 2" descr="image">
            <a:extLst>
              <a:ext uri="{FF2B5EF4-FFF2-40B4-BE49-F238E27FC236}">
                <a16:creationId xmlns:a16="http://schemas.microsoft.com/office/drawing/2014/main" id="{431E2E83-EC99-4354-EC6B-0EBAD2C32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3675" y="1925003"/>
            <a:ext cx="6724650" cy="425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4854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7BEB-695C-08E8-D488-9E8846EEC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mRNA time course data for SWI4 and YOX1 and the periodically expressed target genes associated with the TFs</a:t>
            </a:r>
          </a:p>
        </p:txBody>
      </p:sp>
      <p:pic>
        <p:nvPicPr>
          <p:cNvPr id="6146" name="Picture 2" descr="image">
            <a:extLst>
              <a:ext uri="{FF2B5EF4-FFF2-40B4-BE49-F238E27FC236}">
                <a16:creationId xmlns:a16="http://schemas.microsoft.com/office/drawing/2014/main" id="{F88B6DDF-3394-B067-F15D-CEB224B637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095" y="1889337"/>
            <a:ext cx="7715810" cy="4488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1864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7BEB-695C-08E8-D488-9E8846EEC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TFs control the timing of expression and core promoter sequences control mRNA synthesis</a:t>
            </a:r>
          </a:p>
        </p:txBody>
      </p:sp>
      <p:pic>
        <p:nvPicPr>
          <p:cNvPr id="7170" name="Picture 2" descr="image">
            <a:extLst>
              <a:ext uri="{FF2B5EF4-FFF2-40B4-BE49-F238E27FC236}">
                <a16:creationId xmlns:a16="http://schemas.microsoft.com/office/drawing/2014/main" id="{62D5D851-2E9A-CB76-EAB5-9E34280C29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409" r="32671"/>
          <a:stretch/>
        </p:blipFill>
        <p:spPr bwMode="auto">
          <a:xfrm>
            <a:off x="4578225" y="2084270"/>
            <a:ext cx="4553278" cy="3281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mage">
            <a:extLst>
              <a:ext uri="{FF2B5EF4-FFF2-40B4-BE49-F238E27FC236}">
                <a16:creationId xmlns:a16="http://schemas.microsoft.com/office/drawing/2014/main" id="{07FECE20-06F9-4713-9DBB-E28E7732BE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03" b="53732"/>
          <a:stretch/>
        </p:blipFill>
        <p:spPr bwMode="auto">
          <a:xfrm>
            <a:off x="9131503" y="2084270"/>
            <a:ext cx="2792796" cy="278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image">
            <a:extLst>
              <a:ext uri="{FF2B5EF4-FFF2-40B4-BE49-F238E27FC236}">
                <a16:creationId xmlns:a16="http://schemas.microsoft.com/office/drawing/2014/main" id="{6F7869A6-B11D-3B6E-B93F-D6F375B32B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152" b="53732"/>
          <a:stretch/>
        </p:blipFill>
        <p:spPr bwMode="auto">
          <a:xfrm>
            <a:off x="666077" y="2084270"/>
            <a:ext cx="3912148" cy="278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7023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7BEB-695C-08E8-D488-9E8846EEC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Degradation rates are non-linear and also not dictated by cell cycle phase</a:t>
            </a:r>
          </a:p>
        </p:txBody>
      </p:sp>
      <p:pic>
        <p:nvPicPr>
          <p:cNvPr id="8194" name="Picture 2" descr="image">
            <a:extLst>
              <a:ext uri="{FF2B5EF4-FFF2-40B4-BE49-F238E27FC236}">
                <a16:creationId xmlns:a16="http://schemas.microsoft.com/office/drawing/2014/main" id="{C654652A-30C2-5E63-D272-B739D3F725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986" b="45170"/>
          <a:stretch/>
        </p:blipFill>
        <p:spPr bwMode="auto">
          <a:xfrm>
            <a:off x="839853" y="1690688"/>
            <a:ext cx="2890837" cy="3760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mage">
            <a:extLst>
              <a:ext uri="{FF2B5EF4-FFF2-40B4-BE49-F238E27FC236}">
                <a16:creationId xmlns:a16="http://schemas.microsoft.com/office/drawing/2014/main" id="{160B9584-F6AA-CB23-E83E-A7D46E5C53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324" r="42052"/>
          <a:stretch/>
        </p:blipFill>
        <p:spPr bwMode="auto">
          <a:xfrm>
            <a:off x="3730690" y="1690728"/>
            <a:ext cx="3349451" cy="306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image">
            <a:extLst>
              <a:ext uri="{FF2B5EF4-FFF2-40B4-BE49-F238E27FC236}">
                <a16:creationId xmlns:a16="http://schemas.microsoft.com/office/drawing/2014/main" id="{73F2A4A4-9C9D-5F90-8DCC-FCBA66BE3A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22" t="49886" r="3228" b="25352"/>
          <a:stretch/>
        </p:blipFill>
        <p:spPr bwMode="auto">
          <a:xfrm>
            <a:off x="9970978" y="1690688"/>
            <a:ext cx="2121387" cy="1988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image">
            <a:extLst>
              <a:ext uri="{FF2B5EF4-FFF2-40B4-BE49-F238E27FC236}">
                <a16:creationId xmlns:a16="http://schemas.microsoft.com/office/drawing/2014/main" id="{201F146F-1F28-1CE9-8217-6AC7B4725E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92" b="50594"/>
          <a:stretch/>
        </p:blipFill>
        <p:spPr bwMode="auto">
          <a:xfrm>
            <a:off x="7080141" y="1690688"/>
            <a:ext cx="2844292" cy="3388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image">
            <a:extLst>
              <a:ext uri="{FF2B5EF4-FFF2-40B4-BE49-F238E27FC236}">
                <a16:creationId xmlns:a16="http://schemas.microsoft.com/office/drawing/2014/main" id="{84B6A18D-C753-3E0E-E398-6DDA2B577B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22" t="74648" r="52"/>
          <a:stretch/>
        </p:blipFill>
        <p:spPr bwMode="auto">
          <a:xfrm>
            <a:off x="4177305" y="4754603"/>
            <a:ext cx="2456220" cy="2139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4478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B5B7ED115EF04980BBFAFC51672553" ma:contentTypeVersion="9" ma:contentTypeDescription="Create a new document." ma:contentTypeScope="" ma:versionID="43a679fe5cbd3b1dc01cea5b3bb6a16a">
  <xsd:schema xmlns:xsd="http://www.w3.org/2001/XMLSchema" xmlns:xs="http://www.w3.org/2001/XMLSchema" xmlns:p="http://schemas.microsoft.com/office/2006/metadata/properties" xmlns:ns3="070f1269-45c1-4463-99ba-5dc4e57c7dff" xmlns:ns4="7bf50b4b-6300-445a-aea1-306a2291592c" targetNamespace="http://schemas.microsoft.com/office/2006/metadata/properties" ma:root="true" ma:fieldsID="b0963d0390b393dc53bf13ff5a8315f4" ns3:_="" ns4:_="">
    <xsd:import namespace="070f1269-45c1-4463-99ba-5dc4e57c7dff"/>
    <xsd:import namespace="7bf50b4b-6300-445a-aea1-306a2291592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0f1269-45c1-4463-99ba-5dc4e57c7d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f50b4b-6300-445a-aea1-306a2291592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70f1269-45c1-4463-99ba-5dc4e57c7dff" xsi:nil="true"/>
  </documentManagement>
</p:properties>
</file>

<file path=customXml/itemProps1.xml><?xml version="1.0" encoding="utf-8"?>
<ds:datastoreItem xmlns:ds="http://schemas.openxmlformats.org/officeDocument/2006/customXml" ds:itemID="{AD575FE9-434D-4056-B8F6-9959A931DD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0f1269-45c1-4463-99ba-5dc4e57c7dff"/>
    <ds:schemaRef ds:uri="7bf50b4b-6300-445a-aea1-306a229159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52D5220-388A-4A6D-A106-FBB827D3F6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5944B22-C753-444B-B2D1-3EBD1F74892B}">
  <ds:schemaRefs>
    <ds:schemaRef ds:uri="http://purl.org/dc/elements/1.1/"/>
    <ds:schemaRef ds:uri="7bf50b4b-6300-445a-aea1-306a2291592c"/>
    <ds:schemaRef ds:uri="http://schemas.microsoft.com/office/2006/documentManagement/types"/>
    <ds:schemaRef ds:uri="http://purl.org/dc/dcmitype/"/>
    <ds:schemaRef ds:uri="http://purl.org/dc/terms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070f1269-45c1-4463-99ba-5dc4e57c7dff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1444</TotalTime>
  <Words>182</Words>
  <Application>Microsoft Office PowerPoint</Application>
  <PresentationFormat>Widescreen</PresentationFormat>
  <Paragraphs>16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Comparative dynamic transcriptome analysis (cDTA) reveals mutual feedback between mRNA synthesis and degradation</vt:lpstr>
      <vt:lpstr>cDTA experiment methods</vt:lpstr>
      <vt:lpstr>Explanation of cDTA protocol</vt:lpstr>
      <vt:lpstr>cDTA normalization for direct comparison of Sc data between different experiments allows global changes to be shown</vt:lpstr>
      <vt:lpstr>Conventional methods of mRNA half-life estimation using rphb1-1 mutant strain or transcriptional arrest do not produce reliable half-life estimations</vt:lpstr>
      <vt:lpstr>cDTA reveals differences in mRNA metabolism of Sc and Sp suggesting that Sp cells have more stable mRNAs</vt:lpstr>
      <vt:lpstr>Mutant strain synthesis and decay rates show that total mRNA levels are regulated by decreased degradation when synthesis rates are lowered</vt:lpstr>
      <vt:lpstr>Periodic mRNA synthesis and degradation co‐operate during cell cycle gene expression</vt:lpstr>
      <vt:lpstr>Method for identifying periodic mRNA during the cell cycle </vt:lpstr>
      <vt:lpstr>Biological profiles of the identified periodic genes</vt:lpstr>
      <vt:lpstr>Methods for finding cell-cycle related transcription factors </vt:lpstr>
      <vt:lpstr>mRNA time course data for SWI4 and YOX1 and the periodically expressed target genes associated with the TFs</vt:lpstr>
      <vt:lpstr>TFs control the timing of expression and core promoter sequences control mRNA synthesis</vt:lpstr>
      <vt:lpstr>Degradation rates are non-linear and also not dictated by cell cycle phase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Chun, Nikki</dc:creator>
  <cp:lastModifiedBy>Chun, Nikki</cp:lastModifiedBy>
  <cp:revision>1</cp:revision>
  <dcterms:created xsi:type="dcterms:W3CDTF">2024-06-19T19:16:57Z</dcterms:created>
  <dcterms:modified xsi:type="dcterms:W3CDTF">2024-06-20T19:21:09Z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0x0101008DB5B7ED115EF04980BBFAFC51672553</vt:lpwstr>
  </property>
</Properties>
</file>