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9" r:id="rId6"/>
    <p:sldId id="280" r:id="rId7"/>
    <p:sldId id="281" r:id="rId8"/>
    <p:sldId id="282" r:id="rId9"/>
    <p:sldId id="266" r:id="rId10"/>
    <p:sldId id="270" r:id="rId11"/>
    <p:sldId id="257" r:id="rId12"/>
    <p:sldId id="265" r:id="rId13"/>
    <p:sldId id="273" r:id="rId14"/>
    <p:sldId id="276" r:id="rId15"/>
    <p:sldId id="260" r:id="rId16"/>
    <p:sldId id="258" r:id="rId17"/>
    <p:sldId id="277" r:id="rId18"/>
    <p:sldId id="267" r:id="rId19"/>
    <p:sldId id="262" r:id="rId20"/>
    <p:sldId id="261" r:id="rId21"/>
    <p:sldId id="259" r:id="rId22"/>
    <p:sldId id="272" r:id="rId23"/>
    <p:sldId id="268" r:id="rId24"/>
    <p:sldId id="264" r:id="rId25"/>
    <p:sldId id="269" r:id="rId26"/>
    <p:sldId id="263" r:id="rId27"/>
    <p:sldId id="271" r:id="rId28"/>
    <p:sldId id="274" r:id="rId29"/>
    <p:sldId id="275" r:id="rId30"/>
    <p:sldId id="27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0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Network%20Comparisons%20-Spring%202024.xlsx" TargetMode="External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No Constants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Stuff'!$B$2:$B$22</c:f>
              <c:strCache>
                <c:ptCount val="21"/>
                <c:pt idx="0">
                  <c:v>trial 9</c:v>
                </c:pt>
                <c:pt idx="1">
                  <c:v>trial 14</c:v>
                </c:pt>
                <c:pt idx="2">
                  <c:v>trial 10</c:v>
                </c:pt>
                <c:pt idx="3">
                  <c:v>trial 2</c:v>
                </c:pt>
                <c:pt idx="4">
                  <c:v>trial 17</c:v>
                </c:pt>
                <c:pt idx="5">
                  <c:v>trial 20</c:v>
                </c:pt>
                <c:pt idx="6">
                  <c:v>trial 6</c:v>
                </c:pt>
                <c:pt idx="7">
                  <c:v>trial 3</c:v>
                </c:pt>
                <c:pt idx="8">
                  <c:v>trial 21</c:v>
                </c:pt>
                <c:pt idx="9">
                  <c:v>trial 1</c:v>
                </c:pt>
                <c:pt idx="10">
                  <c:v>trial 5</c:v>
                </c:pt>
                <c:pt idx="11">
                  <c:v>trial 8</c:v>
                </c:pt>
                <c:pt idx="12">
                  <c:v>trial 11</c:v>
                </c:pt>
                <c:pt idx="13">
                  <c:v>trial 16</c:v>
                </c:pt>
                <c:pt idx="14">
                  <c:v>trial 12</c:v>
                </c:pt>
                <c:pt idx="15">
                  <c:v>trial 7</c:v>
                </c:pt>
                <c:pt idx="16">
                  <c:v>trial 13</c:v>
                </c:pt>
                <c:pt idx="17">
                  <c:v>trial 4</c:v>
                </c:pt>
                <c:pt idx="18">
                  <c:v>trial 15</c:v>
                </c:pt>
                <c:pt idx="19">
                  <c:v>trial 18</c:v>
                </c:pt>
                <c:pt idx="20">
                  <c:v>trial 19</c:v>
                </c:pt>
              </c:strCache>
            </c:strRef>
          </c:cat>
          <c:val>
            <c:numRef>
              <c:f>'[Network Comparisons -Spring 2024.xlsx]LSE Stuff'!$C$2:$C$22</c:f>
              <c:numCache>
                <c:formatCode>General</c:formatCode>
                <c:ptCount val="21"/>
                <c:pt idx="0">
                  <c:v>5.1657871594204855E-11</c:v>
                </c:pt>
                <c:pt idx="1">
                  <c:v>2.9120965190608988E-10</c:v>
                </c:pt>
                <c:pt idx="2" formatCode="0.00E+00">
                  <c:v>2.9674700000000001E-10</c:v>
                </c:pt>
                <c:pt idx="3">
                  <c:v>3.4335271640543513E-10</c:v>
                </c:pt>
                <c:pt idx="4" formatCode="0.00E+00">
                  <c:v>4.24914939056618E-10</c:v>
                </c:pt>
                <c:pt idx="5">
                  <c:v>3.6473185141196077E-10</c:v>
                </c:pt>
                <c:pt idx="6" formatCode="0.00E+00">
                  <c:v>4.6349299999999999E-10</c:v>
                </c:pt>
                <c:pt idx="7">
                  <c:v>6.9083599330013304E-9</c:v>
                </c:pt>
                <c:pt idx="8">
                  <c:v>3.1168175383684787E-8</c:v>
                </c:pt>
                <c:pt idx="9">
                  <c:v>1.4003462417166087E-8</c:v>
                </c:pt>
                <c:pt idx="10">
                  <c:v>3.6697185344070862E-8</c:v>
                </c:pt>
                <c:pt idx="11">
                  <c:v>3.6877599043628843E-8</c:v>
                </c:pt>
                <c:pt idx="12">
                  <c:v>1.0686575746258489E-7</c:v>
                </c:pt>
                <c:pt idx="13">
                  <c:v>2.3491994015371124E-7</c:v>
                </c:pt>
                <c:pt idx="14">
                  <c:v>2.875101328424052E-11</c:v>
                </c:pt>
                <c:pt idx="15">
                  <c:v>1.0623839447981526E-10</c:v>
                </c:pt>
                <c:pt idx="16">
                  <c:v>5.6603559930922507E-10</c:v>
                </c:pt>
                <c:pt idx="17">
                  <c:v>5.5035297945310636E-6</c:v>
                </c:pt>
                <c:pt idx="18" formatCode="0.00E+00">
                  <c:v>3.9461722736929402E-11</c:v>
                </c:pt>
                <c:pt idx="20">
                  <c:v>1.0258471212861305E-9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CF-495B-9AF4-FCD551CEEC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8045071"/>
        <c:axId val="338042671"/>
      </c:barChart>
      <c:catAx>
        <c:axId val="33804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8042671"/>
        <c:crosses val="autoZero"/>
        <c:auto val="1"/>
        <c:lblAlgn val="ctr"/>
        <c:lblOffset val="100"/>
        <c:noMultiLvlLbl val="0"/>
      </c:catAx>
      <c:valAx>
        <c:axId val="338042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804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No Constants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Stuff'!$B$2:$B$22</c:f>
              <c:strCache>
                <c:ptCount val="20"/>
                <c:pt idx="0">
                  <c:v>trial 9</c:v>
                </c:pt>
                <c:pt idx="1">
                  <c:v>trial 14</c:v>
                </c:pt>
                <c:pt idx="2">
                  <c:v>trial 10</c:v>
                </c:pt>
                <c:pt idx="3">
                  <c:v>trial 2</c:v>
                </c:pt>
                <c:pt idx="4">
                  <c:v>trial 17</c:v>
                </c:pt>
                <c:pt idx="5">
                  <c:v>trial 20</c:v>
                </c:pt>
                <c:pt idx="6">
                  <c:v>trial 6</c:v>
                </c:pt>
                <c:pt idx="7">
                  <c:v>trial 3</c:v>
                </c:pt>
                <c:pt idx="8">
                  <c:v>trial 21</c:v>
                </c:pt>
                <c:pt idx="9">
                  <c:v>trial 1</c:v>
                </c:pt>
                <c:pt idx="10">
                  <c:v>trial 5</c:v>
                </c:pt>
                <c:pt idx="11">
                  <c:v>trial 8</c:v>
                </c:pt>
                <c:pt idx="12">
                  <c:v>trial 11</c:v>
                </c:pt>
                <c:pt idx="13">
                  <c:v>trial 16</c:v>
                </c:pt>
                <c:pt idx="14">
                  <c:v>trial 12</c:v>
                </c:pt>
                <c:pt idx="15">
                  <c:v>trial 7</c:v>
                </c:pt>
                <c:pt idx="16">
                  <c:v>trial 13</c:v>
                </c:pt>
                <c:pt idx="17">
                  <c:v>trial 15</c:v>
                </c:pt>
                <c:pt idx="18">
                  <c:v>trial 18</c:v>
                </c:pt>
                <c:pt idx="19">
                  <c:v>trial 19</c:v>
                </c:pt>
              </c:strCache>
              <c:extLst/>
            </c:strRef>
          </c:cat>
          <c:val>
            <c:numRef>
              <c:f>'[Network Comparisons -Spring 2024.xlsx]LSE Stuff'!$C$2:$C$22</c:f>
              <c:numCache>
                <c:formatCode>General</c:formatCode>
                <c:ptCount val="20"/>
                <c:pt idx="0">
                  <c:v>5.1657871594204855E-11</c:v>
                </c:pt>
                <c:pt idx="1">
                  <c:v>2.9120965190608988E-10</c:v>
                </c:pt>
                <c:pt idx="2" formatCode="0.00E+00">
                  <c:v>2.9674700000000001E-10</c:v>
                </c:pt>
                <c:pt idx="3">
                  <c:v>3.4335271640543513E-10</c:v>
                </c:pt>
                <c:pt idx="4" formatCode="0.00E+00">
                  <c:v>4.24914939056618E-10</c:v>
                </c:pt>
                <c:pt idx="5">
                  <c:v>3.6473185141196077E-10</c:v>
                </c:pt>
                <c:pt idx="6" formatCode="0.00E+00">
                  <c:v>4.6349299999999999E-10</c:v>
                </c:pt>
                <c:pt idx="7">
                  <c:v>6.9083599330013304E-9</c:v>
                </c:pt>
                <c:pt idx="8">
                  <c:v>3.1168175383684787E-8</c:v>
                </c:pt>
                <c:pt idx="9">
                  <c:v>1.4003462417166087E-8</c:v>
                </c:pt>
                <c:pt idx="10">
                  <c:v>3.6697185344070862E-8</c:v>
                </c:pt>
                <c:pt idx="11">
                  <c:v>3.6877599043628843E-8</c:v>
                </c:pt>
                <c:pt idx="12">
                  <c:v>1.0686575746258489E-7</c:v>
                </c:pt>
                <c:pt idx="13">
                  <c:v>2.3491994015371124E-7</c:v>
                </c:pt>
                <c:pt idx="14">
                  <c:v>2.875101328424052E-11</c:v>
                </c:pt>
                <c:pt idx="15">
                  <c:v>1.0623839447981526E-10</c:v>
                </c:pt>
                <c:pt idx="16">
                  <c:v>5.6603559930922507E-10</c:v>
                </c:pt>
                <c:pt idx="17" formatCode="0.00E+00">
                  <c:v>3.9461722736929402E-11</c:v>
                </c:pt>
                <c:pt idx="19">
                  <c:v>1.0258471212861305E-9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09EB-4B1A-A2D1-93A53104E7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8045071"/>
        <c:axId val="338042671"/>
      </c:barChart>
      <c:catAx>
        <c:axId val="33804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8042671"/>
        <c:crosses val="autoZero"/>
        <c:auto val="1"/>
        <c:lblAlgn val="ctr"/>
        <c:lblOffset val="100"/>
        <c:noMultiLvlLbl val="0"/>
      </c:catAx>
      <c:valAx>
        <c:axId val="338042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804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No Constants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Stuff'!$B$2:$B$22</c:f>
              <c:strCache>
                <c:ptCount val="13"/>
                <c:pt idx="0">
                  <c:v>trial 9</c:v>
                </c:pt>
                <c:pt idx="1">
                  <c:v>trial 14</c:v>
                </c:pt>
                <c:pt idx="2">
                  <c:v>trial 10</c:v>
                </c:pt>
                <c:pt idx="3">
                  <c:v>trial 2</c:v>
                </c:pt>
                <c:pt idx="4">
                  <c:v>trial 17</c:v>
                </c:pt>
                <c:pt idx="5">
                  <c:v>trial 20</c:v>
                </c:pt>
                <c:pt idx="6">
                  <c:v>trial 6</c:v>
                </c:pt>
                <c:pt idx="7">
                  <c:v>trial 12</c:v>
                </c:pt>
                <c:pt idx="8">
                  <c:v>trial 7</c:v>
                </c:pt>
                <c:pt idx="9">
                  <c:v>trial 13</c:v>
                </c:pt>
                <c:pt idx="10">
                  <c:v>trial 15</c:v>
                </c:pt>
                <c:pt idx="11">
                  <c:v>trial 18</c:v>
                </c:pt>
                <c:pt idx="12">
                  <c:v>trial 19</c:v>
                </c:pt>
              </c:strCache>
              <c:extLst/>
            </c:strRef>
          </c:cat>
          <c:val>
            <c:numRef>
              <c:f>'[Network Comparisons -Spring 2024.xlsx]LSE Stuff'!$C$2:$C$22</c:f>
              <c:numCache>
                <c:formatCode>General</c:formatCode>
                <c:ptCount val="13"/>
                <c:pt idx="0">
                  <c:v>5.1657871594204855E-11</c:v>
                </c:pt>
                <c:pt idx="1">
                  <c:v>2.9120965190608988E-10</c:v>
                </c:pt>
                <c:pt idx="2" formatCode="0.00E+00">
                  <c:v>2.9674700000000001E-10</c:v>
                </c:pt>
                <c:pt idx="3">
                  <c:v>3.4335271640543513E-10</c:v>
                </c:pt>
                <c:pt idx="4" formatCode="0.00E+00">
                  <c:v>4.24914939056618E-10</c:v>
                </c:pt>
                <c:pt idx="5">
                  <c:v>3.6473185141196077E-10</c:v>
                </c:pt>
                <c:pt idx="6" formatCode="0.00E+00">
                  <c:v>4.6349299999999999E-10</c:v>
                </c:pt>
                <c:pt idx="7">
                  <c:v>2.875101328424052E-11</c:v>
                </c:pt>
                <c:pt idx="8">
                  <c:v>1.0623839447981526E-10</c:v>
                </c:pt>
                <c:pt idx="9">
                  <c:v>5.6603559930922507E-10</c:v>
                </c:pt>
                <c:pt idx="10" formatCode="0.00E+00">
                  <c:v>3.9461722736929402E-11</c:v>
                </c:pt>
                <c:pt idx="12">
                  <c:v>1.0258471212861305E-9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42BF-4720-9282-475B0C1921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8045071"/>
        <c:axId val="338042671"/>
      </c:barChart>
      <c:catAx>
        <c:axId val="33804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8042671"/>
        <c:crosses val="autoZero"/>
        <c:auto val="1"/>
        <c:lblAlgn val="ctr"/>
        <c:lblOffset val="100"/>
        <c:noMultiLvlLbl val="0"/>
      </c:catAx>
      <c:valAx>
        <c:axId val="338042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804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Stuff'!$B$2:$B$22</c:f>
              <c:strCache>
                <c:ptCount val="21"/>
                <c:pt idx="0">
                  <c:v>trial 9</c:v>
                </c:pt>
                <c:pt idx="1">
                  <c:v>trial 14</c:v>
                </c:pt>
                <c:pt idx="2">
                  <c:v>trial 10</c:v>
                </c:pt>
                <c:pt idx="3">
                  <c:v>trial 2</c:v>
                </c:pt>
                <c:pt idx="4">
                  <c:v>trial 17</c:v>
                </c:pt>
                <c:pt idx="5">
                  <c:v>trial 20</c:v>
                </c:pt>
                <c:pt idx="6">
                  <c:v>trial 6</c:v>
                </c:pt>
                <c:pt idx="7">
                  <c:v>trial 3</c:v>
                </c:pt>
                <c:pt idx="8">
                  <c:v>trial 21</c:v>
                </c:pt>
                <c:pt idx="9">
                  <c:v>trial 1</c:v>
                </c:pt>
                <c:pt idx="10">
                  <c:v>trial 5</c:v>
                </c:pt>
                <c:pt idx="11">
                  <c:v>trial 8</c:v>
                </c:pt>
                <c:pt idx="12">
                  <c:v>trial 11</c:v>
                </c:pt>
                <c:pt idx="13">
                  <c:v>trial 16</c:v>
                </c:pt>
                <c:pt idx="14">
                  <c:v>trial 12</c:v>
                </c:pt>
                <c:pt idx="15">
                  <c:v>trial 7</c:v>
                </c:pt>
                <c:pt idx="16">
                  <c:v>trial 13</c:v>
                </c:pt>
                <c:pt idx="17">
                  <c:v>trial 4</c:v>
                </c:pt>
                <c:pt idx="18">
                  <c:v>trial 15</c:v>
                </c:pt>
                <c:pt idx="19">
                  <c:v>trial 18</c:v>
                </c:pt>
                <c:pt idx="20">
                  <c:v>trial 19</c:v>
                </c:pt>
              </c:strCache>
            </c:strRef>
          </c:cat>
          <c:val>
            <c:numRef>
              <c:f>'[Network Comparisons -Spring 2024.xlsx]LSE Stuff'!$E$2:$E$22</c:f>
              <c:numCache>
                <c:formatCode>General</c:formatCode>
                <c:ptCount val="21"/>
                <c:pt idx="0">
                  <c:v>9.7547476099126167E-12</c:v>
                </c:pt>
                <c:pt idx="1">
                  <c:v>2.6464439342316746E-13</c:v>
                </c:pt>
                <c:pt idx="2">
                  <c:v>1.3006038135289506E-12</c:v>
                </c:pt>
                <c:pt idx="3">
                  <c:v>5.864198290232573E-11</c:v>
                </c:pt>
                <c:pt idx="4">
                  <c:v>8.2296126415506372E-12</c:v>
                </c:pt>
                <c:pt idx="5">
                  <c:v>2.9730514067507155E-10</c:v>
                </c:pt>
                <c:pt idx="6">
                  <c:v>3.913530380586893E-10</c:v>
                </c:pt>
                <c:pt idx="7">
                  <c:v>7.8859857534080356E-11</c:v>
                </c:pt>
                <c:pt idx="8">
                  <c:v>4.7676830903608097E-9</c:v>
                </c:pt>
                <c:pt idx="9">
                  <c:v>4.6351422935227578E-8</c:v>
                </c:pt>
                <c:pt idx="10">
                  <c:v>2.8851624030088882E-8</c:v>
                </c:pt>
                <c:pt idx="11">
                  <c:v>4.0613345449365572E-8</c:v>
                </c:pt>
                <c:pt idx="12">
                  <c:v>5.6169327043896349E-10</c:v>
                </c:pt>
                <c:pt idx="13">
                  <c:v>7.9449638763128171E-12</c:v>
                </c:pt>
                <c:pt idx="14">
                  <c:v>3.9052620019022868E-6</c:v>
                </c:pt>
                <c:pt idx="15">
                  <c:v>4.124359232492889E-5</c:v>
                </c:pt>
                <c:pt idx="16">
                  <c:v>4.3791611946059352E-5</c:v>
                </c:pt>
                <c:pt idx="17">
                  <c:v>2.3687451629679523E-4</c:v>
                </c:pt>
                <c:pt idx="18">
                  <c:v>6.6975560160342795E-4</c:v>
                </c:pt>
                <c:pt idx="19">
                  <c:v>3.7756046052281536E-13</c:v>
                </c:pt>
                <c:pt idx="20">
                  <c:v>1.4434575204319533E-7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87-4714-A2B5-3A0D577D8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1285087"/>
        <c:axId val="337245439"/>
      </c:barChart>
      <c:catAx>
        <c:axId val="221285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7245439"/>
        <c:crosses val="autoZero"/>
        <c:auto val="1"/>
        <c:lblAlgn val="ctr"/>
        <c:lblOffset val="100"/>
        <c:noMultiLvlLbl val="0"/>
      </c:catAx>
      <c:valAx>
        <c:axId val="337245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1285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Stuff'!$B$2:$B$22</c:f>
              <c:strCache>
                <c:ptCount val="16"/>
                <c:pt idx="0">
                  <c:v>trial 9</c:v>
                </c:pt>
                <c:pt idx="1">
                  <c:v>trial 14</c:v>
                </c:pt>
                <c:pt idx="2">
                  <c:v>trial 10</c:v>
                </c:pt>
                <c:pt idx="3">
                  <c:v>trial 2</c:v>
                </c:pt>
                <c:pt idx="4">
                  <c:v>trial 17</c:v>
                </c:pt>
                <c:pt idx="5">
                  <c:v>trial 20</c:v>
                </c:pt>
                <c:pt idx="6">
                  <c:v>trial 6</c:v>
                </c:pt>
                <c:pt idx="7">
                  <c:v>trial 3</c:v>
                </c:pt>
                <c:pt idx="8">
                  <c:v>trial 21</c:v>
                </c:pt>
                <c:pt idx="9">
                  <c:v>trial 1</c:v>
                </c:pt>
                <c:pt idx="10">
                  <c:v>trial 5</c:v>
                </c:pt>
                <c:pt idx="11">
                  <c:v>trial 8</c:v>
                </c:pt>
                <c:pt idx="12">
                  <c:v>trial 11</c:v>
                </c:pt>
                <c:pt idx="13">
                  <c:v>trial 16</c:v>
                </c:pt>
                <c:pt idx="14">
                  <c:v>trial 18</c:v>
                </c:pt>
                <c:pt idx="15">
                  <c:v>trial 19</c:v>
                </c:pt>
              </c:strCache>
              <c:extLst/>
            </c:strRef>
          </c:cat>
          <c:val>
            <c:numRef>
              <c:f>'[Network Comparisons -Spring 2024.xlsx]LSE Stuff'!$E$2:$E$22</c:f>
              <c:numCache>
                <c:formatCode>General</c:formatCode>
                <c:ptCount val="16"/>
                <c:pt idx="0">
                  <c:v>9.7547476099126167E-12</c:v>
                </c:pt>
                <c:pt idx="1">
                  <c:v>2.6464439342316746E-13</c:v>
                </c:pt>
                <c:pt idx="2">
                  <c:v>1.3006038135289506E-12</c:v>
                </c:pt>
                <c:pt idx="3">
                  <c:v>5.864198290232573E-11</c:v>
                </c:pt>
                <c:pt idx="4">
                  <c:v>8.2296126415506372E-12</c:v>
                </c:pt>
                <c:pt idx="5">
                  <c:v>2.9730514067507155E-10</c:v>
                </c:pt>
                <c:pt idx="6">
                  <c:v>3.913530380586893E-10</c:v>
                </c:pt>
                <c:pt idx="7">
                  <c:v>7.8859857534080356E-11</c:v>
                </c:pt>
                <c:pt idx="8">
                  <c:v>4.7676830903608097E-9</c:v>
                </c:pt>
                <c:pt idx="9">
                  <c:v>4.6351422935227578E-8</c:v>
                </c:pt>
                <c:pt idx="10">
                  <c:v>2.8851624030088882E-8</c:v>
                </c:pt>
                <c:pt idx="11">
                  <c:v>4.0613345449365572E-8</c:v>
                </c:pt>
                <c:pt idx="12">
                  <c:v>5.6169327043896349E-10</c:v>
                </c:pt>
                <c:pt idx="13">
                  <c:v>7.9449638763128171E-12</c:v>
                </c:pt>
                <c:pt idx="14">
                  <c:v>3.7756046052281536E-13</c:v>
                </c:pt>
                <c:pt idx="15">
                  <c:v>1.4434575204319533E-7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B5C2-445E-9A22-F2C3239F9A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1285087"/>
        <c:axId val="337245439"/>
      </c:barChart>
      <c:catAx>
        <c:axId val="221285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7245439"/>
        <c:crosses val="autoZero"/>
        <c:auto val="1"/>
        <c:lblAlgn val="ctr"/>
        <c:lblOffset val="100"/>
        <c:noMultiLvlLbl val="0"/>
      </c:catAx>
      <c:valAx>
        <c:axId val="337245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1285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Stuff'!$B$2:$B$22</c:f>
              <c:strCache>
                <c:ptCount val="11"/>
                <c:pt idx="0">
                  <c:v>trial 9</c:v>
                </c:pt>
                <c:pt idx="1">
                  <c:v>trial 14</c:v>
                </c:pt>
                <c:pt idx="2">
                  <c:v>trial 10</c:v>
                </c:pt>
                <c:pt idx="3">
                  <c:v>trial 2</c:v>
                </c:pt>
                <c:pt idx="4">
                  <c:v>trial 17</c:v>
                </c:pt>
                <c:pt idx="5">
                  <c:v>trial 20</c:v>
                </c:pt>
                <c:pt idx="6">
                  <c:v>trial 6</c:v>
                </c:pt>
                <c:pt idx="7">
                  <c:v>trial 3</c:v>
                </c:pt>
                <c:pt idx="8">
                  <c:v>trial 11</c:v>
                </c:pt>
                <c:pt idx="9">
                  <c:v>trial 16</c:v>
                </c:pt>
                <c:pt idx="10">
                  <c:v>trial 18</c:v>
                </c:pt>
              </c:strCache>
              <c:extLst/>
            </c:strRef>
          </c:cat>
          <c:val>
            <c:numRef>
              <c:f>'[Network Comparisons -Spring 2024.xlsx]LSE Stuff'!$E$2:$E$22</c:f>
              <c:numCache>
                <c:formatCode>General</c:formatCode>
                <c:ptCount val="11"/>
                <c:pt idx="0">
                  <c:v>9.7547476099126167E-12</c:v>
                </c:pt>
                <c:pt idx="1">
                  <c:v>2.6464439342316746E-13</c:v>
                </c:pt>
                <c:pt idx="2">
                  <c:v>1.3006038135289506E-12</c:v>
                </c:pt>
                <c:pt idx="3">
                  <c:v>5.864198290232573E-11</c:v>
                </c:pt>
                <c:pt idx="4">
                  <c:v>8.2296126415506372E-12</c:v>
                </c:pt>
                <c:pt idx="5">
                  <c:v>2.9730514067507155E-10</c:v>
                </c:pt>
                <c:pt idx="6">
                  <c:v>3.913530380586893E-10</c:v>
                </c:pt>
                <c:pt idx="7">
                  <c:v>7.8859857534080356E-11</c:v>
                </c:pt>
                <c:pt idx="8">
                  <c:v>5.6169327043896349E-10</c:v>
                </c:pt>
                <c:pt idx="9">
                  <c:v>7.9449638763128171E-12</c:v>
                </c:pt>
                <c:pt idx="10">
                  <c:v>3.7756046052281536E-13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DCB0-4464-88EA-760BF3EDAA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1285087"/>
        <c:axId val="337245439"/>
      </c:barChart>
      <c:catAx>
        <c:axId val="221285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7245439"/>
        <c:crosses val="autoZero"/>
        <c:auto val="1"/>
        <c:lblAlgn val="ctr"/>
        <c:lblOffset val="100"/>
        <c:noMultiLvlLbl val="0"/>
      </c:catAx>
      <c:valAx>
        <c:axId val="337245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1285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Stuff'!$B$2:$B$22</c:f>
              <c:strCache>
                <c:ptCount val="21"/>
                <c:pt idx="0">
                  <c:v>trial 9</c:v>
                </c:pt>
                <c:pt idx="1">
                  <c:v>trial 14</c:v>
                </c:pt>
                <c:pt idx="2">
                  <c:v>trial 10</c:v>
                </c:pt>
                <c:pt idx="3">
                  <c:v>trial 2</c:v>
                </c:pt>
                <c:pt idx="4">
                  <c:v>trial 17</c:v>
                </c:pt>
                <c:pt idx="5">
                  <c:v>trial 20</c:v>
                </c:pt>
                <c:pt idx="6">
                  <c:v>trial 6</c:v>
                </c:pt>
                <c:pt idx="7">
                  <c:v>trial 3</c:v>
                </c:pt>
                <c:pt idx="8">
                  <c:v>trial 21</c:v>
                </c:pt>
                <c:pt idx="9">
                  <c:v>trial 1</c:v>
                </c:pt>
                <c:pt idx="10">
                  <c:v>trial 5</c:v>
                </c:pt>
                <c:pt idx="11">
                  <c:v>trial 8</c:v>
                </c:pt>
                <c:pt idx="12">
                  <c:v>trial 11</c:v>
                </c:pt>
                <c:pt idx="13">
                  <c:v>trial 16</c:v>
                </c:pt>
                <c:pt idx="14">
                  <c:v>trial 12</c:v>
                </c:pt>
                <c:pt idx="15">
                  <c:v>trial 7</c:v>
                </c:pt>
                <c:pt idx="16">
                  <c:v>trial 13</c:v>
                </c:pt>
                <c:pt idx="17">
                  <c:v>trial 4</c:v>
                </c:pt>
                <c:pt idx="18">
                  <c:v>trial 15</c:v>
                </c:pt>
                <c:pt idx="19">
                  <c:v>trial 18</c:v>
                </c:pt>
                <c:pt idx="20">
                  <c:v>trial 19</c:v>
                </c:pt>
              </c:strCache>
            </c:strRef>
          </c:cat>
          <c:val>
            <c:numRef>
              <c:f>'[Network Comparisons -Spring 2024.xlsx]LSE Stuff'!$D$2:$D$22</c:f>
              <c:numCache>
                <c:formatCode>General</c:formatCode>
                <c:ptCount val="21"/>
                <c:pt idx="0">
                  <c:v>9.2591122610104943E-13</c:v>
                </c:pt>
                <c:pt idx="1">
                  <c:v>4.4672385330078198E-12</c:v>
                </c:pt>
                <c:pt idx="2">
                  <c:v>6.4058657400419E-13</c:v>
                </c:pt>
                <c:pt idx="3">
                  <c:v>6.4089069127834724E-12</c:v>
                </c:pt>
                <c:pt idx="4">
                  <c:v>4.8025056256461809E-12</c:v>
                </c:pt>
                <c:pt idx="5">
                  <c:v>1.8482298233001613E-13</c:v>
                </c:pt>
                <c:pt idx="6">
                  <c:v>4.8080594483600297E-12</c:v>
                </c:pt>
                <c:pt idx="7">
                  <c:v>2.2849278136763809E-12</c:v>
                </c:pt>
                <c:pt idx="8">
                  <c:v>7.0281974367671392E-13</c:v>
                </c:pt>
                <c:pt idx="9">
                  <c:v>1.0302491557097444E-16</c:v>
                </c:pt>
                <c:pt idx="10">
                  <c:v>1.6663755162964982E-11</c:v>
                </c:pt>
                <c:pt idx="11">
                  <c:v>9.7723334371162355E-14</c:v>
                </c:pt>
                <c:pt idx="12">
                  <c:v>7.4863556082219725E-10</c:v>
                </c:pt>
                <c:pt idx="13">
                  <c:v>6.4524202404454174E-14</c:v>
                </c:pt>
                <c:pt idx="14">
                  <c:v>1.9170757972810767E-13</c:v>
                </c:pt>
                <c:pt idx="15">
                  <c:v>1.2076205598563772E-13</c:v>
                </c:pt>
                <c:pt idx="16">
                  <c:v>2.8154912931013722E-13</c:v>
                </c:pt>
                <c:pt idx="17">
                  <c:v>1.1747846856244633E-11</c:v>
                </c:pt>
                <c:pt idx="18">
                  <c:v>8.7203406028825699E-14</c:v>
                </c:pt>
                <c:pt idx="19">
                  <c:v>6.4899045182553289E-13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85-47E6-B85A-600799CC3E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92273951"/>
        <c:axId val="1492273471"/>
      </c:barChart>
      <c:catAx>
        <c:axId val="1492273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2273471"/>
        <c:crosses val="autoZero"/>
        <c:auto val="1"/>
        <c:lblAlgn val="ctr"/>
        <c:lblOffset val="100"/>
        <c:noMultiLvlLbl val="0"/>
      </c:catAx>
      <c:valAx>
        <c:axId val="1492273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2273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Stuff'!$B$2:$B$22</c:f>
              <c:strCache>
                <c:ptCount val="20"/>
                <c:pt idx="0">
                  <c:v>trial 9</c:v>
                </c:pt>
                <c:pt idx="1">
                  <c:v>trial 14</c:v>
                </c:pt>
                <c:pt idx="2">
                  <c:v>trial 10</c:v>
                </c:pt>
                <c:pt idx="3">
                  <c:v>trial 2</c:v>
                </c:pt>
                <c:pt idx="4">
                  <c:v>trial 17</c:v>
                </c:pt>
                <c:pt idx="5">
                  <c:v>trial 20</c:v>
                </c:pt>
                <c:pt idx="6">
                  <c:v>trial 6</c:v>
                </c:pt>
                <c:pt idx="7">
                  <c:v>trial 3</c:v>
                </c:pt>
                <c:pt idx="8">
                  <c:v>trial 21</c:v>
                </c:pt>
                <c:pt idx="9">
                  <c:v>trial 1</c:v>
                </c:pt>
                <c:pt idx="10">
                  <c:v>trial 5</c:v>
                </c:pt>
                <c:pt idx="11">
                  <c:v>trial 8</c:v>
                </c:pt>
                <c:pt idx="12">
                  <c:v>trial 16</c:v>
                </c:pt>
                <c:pt idx="13">
                  <c:v>trial 12</c:v>
                </c:pt>
                <c:pt idx="14">
                  <c:v>trial 7</c:v>
                </c:pt>
                <c:pt idx="15">
                  <c:v>trial 13</c:v>
                </c:pt>
                <c:pt idx="16">
                  <c:v>trial 4</c:v>
                </c:pt>
                <c:pt idx="17">
                  <c:v>trial 15</c:v>
                </c:pt>
                <c:pt idx="18">
                  <c:v>trial 18</c:v>
                </c:pt>
                <c:pt idx="19">
                  <c:v>trial 19</c:v>
                </c:pt>
              </c:strCache>
              <c:extLst/>
            </c:strRef>
          </c:cat>
          <c:val>
            <c:numRef>
              <c:f>'[Network Comparisons -Spring 2024.xlsx]LSE Stuff'!$D$2:$D$22</c:f>
              <c:numCache>
                <c:formatCode>General</c:formatCode>
                <c:ptCount val="20"/>
                <c:pt idx="0">
                  <c:v>9.2591122610104943E-13</c:v>
                </c:pt>
                <c:pt idx="1">
                  <c:v>4.4672385330078198E-12</c:v>
                </c:pt>
                <c:pt idx="2">
                  <c:v>6.4058657400419E-13</c:v>
                </c:pt>
                <c:pt idx="3">
                  <c:v>6.4089069127834724E-12</c:v>
                </c:pt>
                <c:pt idx="4">
                  <c:v>4.8025056256461809E-12</c:v>
                </c:pt>
                <c:pt idx="5">
                  <c:v>1.8482298233001613E-13</c:v>
                </c:pt>
                <c:pt idx="6">
                  <c:v>4.8080594483600297E-12</c:v>
                </c:pt>
                <c:pt idx="7">
                  <c:v>2.2849278136763809E-12</c:v>
                </c:pt>
                <c:pt idx="8">
                  <c:v>7.0281974367671392E-13</c:v>
                </c:pt>
                <c:pt idx="9">
                  <c:v>1.0302491557097444E-16</c:v>
                </c:pt>
                <c:pt idx="10">
                  <c:v>1.6663755162964982E-11</c:v>
                </c:pt>
                <c:pt idx="11">
                  <c:v>9.7723334371162355E-14</c:v>
                </c:pt>
                <c:pt idx="12">
                  <c:v>6.4524202404454174E-14</c:v>
                </c:pt>
                <c:pt idx="13">
                  <c:v>1.9170757972810767E-13</c:v>
                </c:pt>
                <c:pt idx="14">
                  <c:v>1.2076205598563772E-13</c:v>
                </c:pt>
                <c:pt idx="15">
                  <c:v>2.8154912931013722E-13</c:v>
                </c:pt>
                <c:pt idx="16">
                  <c:v>1.1747846856244633E-11</c:v>
                </c:pt>
                <c:pt idx="17">
                  <c:v>8.7203406028825699E-14</c:v>
                </c:pt>
                <c:pt idx="18">
                  <c:v>6.4899045182553289E-13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AA42-4CB5-9DC9-E65D37AB88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92273951"/>
        <c:axId val="1492273471"/>
      </c:barChart>
      <c:catAx>
        <c:axId val="1492273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2273471"/>
        <c:crosses val="autoZero"/>
        <c:auto val="1"/>
        <c:lblAlgn val="ctr"/>
        <c:lblOffset val="100"/>
        <c:noMultiLvlLbl val="0"/>
      </c:catAx>
      <c:valAx>
        <c:axId val="1492273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2273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 and 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Stuff'!$B$2:$B$22</c:f>
              <c:strCache>
                <c:ptCount val="21"/>
                <c:pt idx="0">
                  <c:v>trial 9</c:v>
                </c:pt>
                <c:pt idx="1">
                  <c:v>trial 14</c:v>
                </c:pt>
                <c:pt idx="2">
                  <c:v>trial 10</c:v>
                </c:pt>
                <c:pt idx="3">
                  <c:v>trial 2</c:v>
                </c:pt>
                <c:pt idx="4">
                  <c:v>trial 17</c:v>
                </c:pt>
                <c:pt idx="5">
                  <c:v>trial 20</c:v>
                </c:pt>
                <c:pt idx="6">
                  <c:v>trial 6</c:v>
                </c:pt>
                <c:pt idx="7">
                  <c:v>trial 3</c:v>
                </c:pt>
                <c:pt idx="8">
                  <c:v>trial 21</c:v>
                </c:pt>
                <c:pt idx="9">
                  <c:v>trial 1</c:v>
                </c:pt>
                <c:pt idx="10">
                  <c:v>trial 5</c:v>
                </c:pt>
                <c:pt idx="11">
                  <c:v>trial 8</c:v>
                </c:pt>
                <c:pt idx="12">
                  <c:v>trial 11</c:v>
                </c:pt>
                <c:pt idx="13">
                  <c:v>trial 16</c:v>
                </c:pt>
                <c:pt idx="14">
                  <c:v>trial 12</c:v>
                </c:pt>
                <c:pt idx="15">
                  <c:v>trial 7</c:v>
                </c:pt>
                <c:pt idx="16">
                  <c:v>trial 13</c:v>
                </c:pt>
                <c:pt idx="17">
                  <c:v>trial 4</c:v>
                </c:pt>
                <c:pt idx="18">
                  <c:v>trial 15</c:v>
                </c:pt>
                <c:pt idx="19">
                  <c:v>trial 18</c:v>
                </c:pt>
                <c:pt idx="20">
                  <c:v>trial 19</c:v>
                </c:pt>
              </c:strCache>
            </c:strRef>
          </c:cat>
          <c:val>
            <c:numRef>
              <c:f>'[Network Comparisons -Spring 2024.xlsx]LSE Stuff'!$F$2:$F$22</c:f>
              <c:numCache>
                <c:formatCode>General</c:formatCode>
                <c:ptCount val="21"/>
                <c:pt idx="0" formatCode="0.00E+00">
                  <c:v>1.0276799999999999E-13</c:v>
                </c:pt>
                <c:pt idx="1">
                  <c:v>1.0199271077507766E-14</c:v>
                </c:pt>
                <c:pt idx="2">
                  <c:v>5.8258162945863004E-15</c:v>
                </c:pt>
                <c:pt idx="3">
                  <c:v>1.3637489167181327E-12</c:v>
                </c:pt>
                <c:pt idx="4">
                  <c:v>1.0471524224699363E-14</c:v>
                </c:pt>
                <c:pt idx="5">
                  <c:v>1.5945491994935679E-13</c:v>
                </c:pt>
                <c:pt idx="6">
                  <c:v>5.2871404302501102E-14</c:v>
                </c:pt>
                <c:pt idx="7">
                  <c:v>1.3725668855971563E-12</c:v>
                </c:pt>
                <c:pt idx="8">
                  <c:v>3.427686887189188E-13</c:v>
                </c:pt>
                <c:pt idx="9">
                  <c:v>1.0751163540211684E-16</c:v>
                </c:pt>
                <c:pt idx="10">
                  <c:v>9.1463484690271455E-14</c:v>
                </c:pt>
                <c:pt idx="11">
                  <c:v>2.3411111008979175E-14</c:v>
                </c:pt>
                <c:pt idx="12">
                  <c:v>5.0227445848374669E-10</c:v>
                </c:pt>
                <c:pt idx="13">
                  <c:v>1.6848954638727258E-13</c:v>
                </c:pt>
                <c:pt idx="14">
                  <c:v>3.9179645933111619E-13</c:v>
                </c:pt>
                <c:pt idx="15">
                  <c:v>2.1912051169722863E-13</c:v>
                </c:pt>
                <c:pt idx="16">
                  <c:v>3.4564044536318115E-13</c:v>
                </c:pt>
                <c:pt idx="17">
                  <c:v>2.0203713536069148E-12</c:v>
                </c:pt>
                <c:pt idx="18">
                  <c:v>3.2418978484840107E-14</c:v>
                </c:pt>
                <c:pt idx="19">
                  <c:v>4.3004612741989866E-13</c:v>
                </c:pt>
                <c:pt idx="20">
                  <c:v>3.2646204730081668E-14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9F-4909-9019-7CC77ED332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1907807"/>
        <c:axId val="1401908287"/>
      </c:barChart>
      <c:catAx>
        <c:axId val="1401907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1908287"/>
        <c:crosses val="autoZero"/>
        <c:auto val="1"/>
        <c:lblAlgn val="ctr"/>
        <c:lblOffset val="100"/>
        <c:noMultiLvlLbl val="0"/>
      </c:catAx>
      <c:valAx>
        <c:axId val="1401908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19078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 and 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Stuff'!$B$2:$B$22</c:f>
              <c:strCache>
                <c:ptCount val="20"/>
                <c:pt idx="0">
                  <c:v>trial 9</c:v>
                </c:pt>
                <c:pt idx="1">
                  <c:v>trial 14</c:v>
                </c:pt>
                <c:pt idx="2">
                  <c:v>trial 10</c:v>
                </c:pt>
                <c:pt idx="3">
                  <c:v>trial 2</c:v>
                </c:pt>
                <c:pt idx="4">
                  <c:v>trial 17</c:v>
                </c:pt>
                <c:pt idx="5">
                  <c:v>trial 20</c:v>
                </c:pt>
                <c:pt idx="6">
                  <c:v>trial 6</c:v>
                </c:pt>
                <c:pt idx="7">
                  <c:v>trial 3</c:v>
                </c:pt>
                <c:pt idx="8">
                  <c:v>trial 21</c:v>
                </c:pt>
                <c:pt idx="9">
                  <c:v>trial 1</c:v>
                </c:pt>
                <c:pt idx="10">
                  <c:v>trial 5</c:v>
                </c:pt>
                <c:pt idx="11">
                  <c:v>trial 8</c:v>
                </c:pt>
                <c:pt idx="12">
                  <c:v>trial 16</c:v>
                </c:pt>
                <c:pt idx="13">
                  <c:v>trial 12</c:v>
                </c:pt>
                <c:pt idx="14">
                  <c:v>trial 7</c:v>
                </c:pt>
                <c:pt idx="15">
                  <c:v>trial 13</c:v>
                </c:pt>
                <c:pt idx="16">
                  <c:v>trial 4</c:v>
                </c:pt>
                <c:pt idx="17">
                  <c:v>trial 15</c:v>
                </c:pt>
                <c:pt idx="18">
                  <c:v>trial 18</c:v>
                </c:pt>
                <c:pt idx="19">
                  <c:v>trial 19</c:v>
                </c:pt>
              </c:strCache>
              <c:extLst/>
            </c:strRef>
          </c:cat>
          <c:val>
            <c:numRef>
              <c:f>'[Network Comparisons -Spring 2024.xlsx]LSE Stuff'!$F$2:$F$22</c:f>
              <c:numCache>
                <c:formatCode>General</c:formatCode>
                <c:ptCount val="20"/>
                <c:pt idx="0" formatCode="0.00E+00">
                  <c:v>1.0276799999999999E-13</c:v>
                </c:pt>
                <c:pt idx="1">
                  <c:v>1.0199271077507766E-14</c:v>
                </c:pt>
                <c:pt idx="2">
                  <c:v>5.8258162945863004E-15</c:v>
                </c:pt>
                <c:pt idx="3">
                  <c:v>1.3637489167181327E-12</c:v>
                </c:pt>
                <c:pt idx="4">
                  <c:v>1.0471524224699363E-14</c:v>
                </c:pt>
                <c:pt idx="5">
                  <c:v>1.5945491994935679E-13</c:v>
                </c:pt>
                <c:pt idx="6">
                  <c:v>5.2871404302501102E-14</c:v>
                </c:pt>
                <c:pt idx="7">
                  <c:v>1.3725668855971563E-12</c:v>
                </c:pt>
                <c:pt idx="8">
                  <c:v>3.427686887189188E-13</c:v>
                </c:pt>
                <c:pt idx="9">
                  <c:v>1.0751163540211684E-16</c:v>
                </c:pt>
                <c:pt idx="10">
                  <c:v>9.1463484690271455E-14</c:v>
                </c:pt>
                <c:pt idx="11">
                  <c:v>2.3411111008979175E-14</c:v>
                </c:pt>
                <c:pt idx="12">
                  <c:v>1.6848954638727258E-13</c:v>
                </c:pt>
                <c:pt idx="13">
                  <c:v>3.9179645933111619E-13</c:v>
                </c:pt>
                <c:pt idx="14">
                  <c:v>2.1912051169722863E-13</c:v>
                </c:pt>
                <c:pt idx="15">
                  <c:v>3.4564044536318115E-13</c:v>
                </c:pt>
                <c:pt idx="16">
                  <c:v>2.0203713536069148E-12</c:v>
                </c:pt>
                <c:pt idx="17">
                  <c:v>3.2418978484840107E-14</c:v>
                </c:pt>
                <c:pt idx="18">
                  <c:v>4.3004612741989866E-13</c:v>
                </c:pt>
                <c:pt idx="19">
                  <c:v>3.2646204730081668E-14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856-4F3C-B00A-4D6D3DF278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1907807"/>
        <c:axId val="1401908287"/>
      </c:barChart>
      <c:catAx>
        <c:axId val="1401907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1908287"/>
        <c:crosses val="autoZero"/>
        <c:auto val="1"/>
        <c:lblAlgn val="ctr"/>
        <c:lblOffset val="100"/>
        <c:noMultiLvlLbl val="0"/>
      </c:catAx>
      <c:valAx>
        <c:axId val="1401908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19078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9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Stuff'!$C$2:$F$2</c:f>
              <c:numCache>
                <c:formatCode>General</c:formatCode>
                <c:ptCount val="4"/>
                <c:pt idx="0">
                  <c:v>5.1657871594204855E-11</c:v>
                </c:pt>
                <c:pt idx="1">
                  <c:v>9.2591122610104943E-13</c:v>
                </c:pt>
                <c:pt idx="2">
                  <c:v>9.7547476099126167E-12</c:v>
                </c:pt>
                <c:pt idx="3" formatCode="0.00E+00">
                  <c:v>1.0276799999999999E-13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B2-4898-9D85-8674883CFB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2530912"/>
        <c:axId val="732520832"/>
      </c:barChart>
      <c:catAx>
        <c:axId val="732530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2520832"/>
        <c:crosses val="autoZero"/>
        <c:auto val="1"/>
        <c:lblAlgn val="ctr"/>
        <c:lblOffset val="100"/>
        <c:noMultiLvlLbl val="0"/>
      </c:catAx>
      <c:valAx>
        <c:axId val="732520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2530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Stuff'!$C$3:$F$3</c:f>
              <c:numCache>
                <c:formatCode>General</c:formatCode>
                <c:ptCount val="4"/>
                <c:pt idx="0">
                  <c:v>2.9120965190608988E-10</c:v>
                </c:pt>
                <c:pt idx="1">
                  <c:v>4.4672385330078198E-12</c:v>
                </c:pt>
                <c:pt idx="2">
                  <c:v>2.6464439342316746E-13</c:v>
                </c:pt>
                <c:pt idx="3">
                  <c:v>1.0199271077507766E-14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79-45A4-A29D-77BBA2F45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8339151"/>
        <c:axId val="768329071"/>
      </c:barChart>
      <c:catAx>
        <c:axId val="768339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329071"/>
        <c:crosses val="autoZero"/>
        <c:auto val="1"/>
        <c:lblAlgn val="ctr"/>
        <c:lblOffset val="100"/>
        <c:noMultiLvlLbl val="0"/>
      </c:catAx>
      <c:valAx>
        <c:axId val="768329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339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14 w/o no constants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Stuff'!$D$1:$F$1</c:f>
              <c:strCache>
                <c:ptCount val="3"/>
                <c:pt idx="0">
                  <c:v>LSE (P constant)</c:v>
                </c:pt>
                <c:pt idx="1">
                  <c:v>LSE (B constant)</c:v>
                </c:pt>
                <c:pt idx="2">
                  <c:v>LSE (P and B constant)</c:v>
                </c:pt>
              </c:strCache>
            </c:strRef>
          </c:cat>
          <c:val>
            <c:numRef>
              <c:f>'[Network Comparisons -Spring 2024.xlsx]LSE Stuff'!$D$3:$F$3</c:f>
              <c:numCache>
                <c:formatCode>General</c:formatCode>
                <c:ptCount val="3"/>
                <c:pt idx="0">
                  <c:v>4.4672385330078198E-12</c:v>
                </c:pt>
                <c:pt idx="1">
                  <c:v>2.6464439342316746E-13</c:v>
                </c:pt>
                <c:pt idx="2">
                  <c:v>1.0199271077507766E-14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52-4BEB-8266-3C74CCC83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8760047"/>
        <c:axId val="738754287"/>
      </c:barChart>
      <c:catAx>
        <c:axId val="738760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754287"/>
        <c:crosses val="autoZero"/>
        <c:auto val="1"/>
        <c:lblAlgn val="ctr"/>
        <c:lblOffset val="100"/>
        <c:noMultiLvlLbl val="0"/>
      </c:catAx>
      <c:valAx>
        <c:axId val="73875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760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Stuff'!$C$4:$F$4</c:f>
              <c:numCache>
                <c:formatCode>General</c:formatCode>
                <c:ptCount val="4"/>
                <c:pt idx="0" formatCode="0.00E+00">
                  <c:v>2.9674700000000001E-10</c:v>
                </c:pt>
                <c:pt idx="1">
                  <c:v>6.4058657400419E-13</c:v>
                </c:pt>
                <c:pt idx="2">
                  <c:v>1.3006038135289506E-12</c:v>
                </c:pt>
                <c:pt idx="3">
                  <c:v>5.8258162945863004E-15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18-42EF-B46E-498579F7A0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5130975"/>
        <c:axId val="765126655"/>
      </c:barChart>
      <c:catAx>
        <c:axId val="765130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5126655"/>
        <c:crosses val="autoZero"/>
        <c:auto val="1"/>
        <c:lblAlgn val="ctr"/>
        <c:lblOffset val="100"/>
        <c:noMultiLvlLbl val="0"/>
      </c:catAx>
      <c:valAx>
        <c:axId val="765126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5130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10 (w/o no constant)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Stuff'!$D$1:$F$1</c:f>
              <c:strCache>
                <c:ptCount val="3"/>
                <c:pt idx="0">
                  <c:v>LSE (P constant)</c:v>
                </c:pt>
                <c:pt idx="1">
                  <c:v>LSE (B constant)</c:v>
                </c:pt>
                <c:pt idx="2">
                  <c:v>LSE (P and B constant)</c:v>
                </c:pt>
              </c:strCache>
            </c:strRef>
          </c:cat>
          <c:val>
            <c:numRef>
              <c:f>'[Network Comparisons -Spring 2024.xlsx]LSE Stuff'!$D$4:$F$4</c:f>
              <c:numCache>
                <c:formatCode>General</c:formatCode>
                <c:ptCount val="3"/>
                <c:pt idx="0">
                  <c:v>6.4058657400419E-13</c:v>
                </c:pt>
                <c:pt idx="1">
                  <c:v>1.3006038135289506E-12</c:v>
                </c:pt>
                <c:pt idx="2">
                  <c:v>5.8258162945863004E-15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22-426A-B35A-8A10349F7F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7316431"/>
        <c:axId val="757310191"/>
      </c:barChart>
      <c:catAx>
        <c:axId val="757316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7310191"/>
        <c:crosses val="autoZero"/>
        <c:auto val="1"/>
        <c:lblAlgn val="ctr"/>
        <c:lblOffset val="100"/>
        <c:noMultiLvlLbl val="0"/>
      </c:catAx>
      <c:valAx>
        <c:axId val="757310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7316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Stuff'!$C$5:$F$5</c:f>
              <c:numCache>
                <c:formatCode>General</c:formatCode>
                <c:ptCount val="4"/>
                <c:pt idx="0">
                  <c:v>3.4335271640543513E-10</c:v>
                </c:pt>
                <c:pt idx="1">
                  <c:v>6.4089069127834724E-12</c:v>
                </c:pt>
                <c:pt idx="2">
                  <c:v>5.864198290232573E-11</c:v>
                </c:pt>
                <c:pt idx="3">
                  <c:v>1.3637489167181327E-12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2F-4243-B7D6-D895A930B2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0649999"/>
        <c:axId val="900651919"/>
      </c:barChart>
      <c:catAx>
        <c:axId val="900649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0651919"/>
        <c:crosses val="autoZero"/>
        <c:auto val="1"/>
        <c:lblAlgn val="ctr"/>
        <c:lblOffset val="100"/>
        <c:noMultiLvlLbl val="0"/>
      </c:catAx>
      <c:valAx>
        <c:axId val="900651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06499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Stuff'!$C$6:$F$6</c:f>
              <c:numCache>
                <c:formatCode>General</c:formatCode>
                <c:ptCount val="4"/>
                <c:pt idx="0" formatCode="0.00E+00">
                  <c:v>4.24914939056618E-10</c:v>
                </c:pt>
                <c:pt idx="1">
                  <c:v>4.8025056256461809E-12</c:v>
                </c:pt>
                <c:pt idx="2">
                  <c:v>8.2296126415506372E-12</c:v>
                </c:pt>
                <c:pt idx="3">
                  <c:v>1.0471524224699363E-14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09-4917-B93C-767604CC0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5129055"/>
        <c:axId val="765124735"/>
      </c:barChart>
      <c:catAx>
        <c:axId val="765129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5124735"/>
        <c:crosses val="autoZero"/>
        <c:auto val="1"/>
        <c:lblAlgn val="ctr"/>
        <c:lblOffset val="100"/>
        <c:noMultiLvlLbl val="0"/>
      </c:catAx>
      <c:valAx>
        <c:axId val="765124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512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17 w/o</a:t>
            </a:r>
            <a:r>
              <a:rPr lang="en-US" baseline="0"/>
              <a:t> no constants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Stuff'!$D$1:$F$1</c:f>
              <c:strCache>
                <c:ptCount val="3"/>
                <c:pt idx="0">
                  <c:v>LSE (P constant)</c:v>
                </c:pt>
                <c:pt idx="1">
                  <c:v>LSE (B constant)</c:v>
                </c:pt>
                <c:pt idx="2">
                  <c:v>LSE (P and B constant)</c:v>
                </c:pt>
              </c:strCache>
            </c:strRef>
          </c:cat>
          <c:val>
            <c:numRef>
              <c:f>'[Network Comparisons -Spring 2024.xlsx]LSE Stuff'!$D$6:$F$6</c:f>
              <c:numCache>
                <c:formatCode>General</c:formatCode>
                <c:ptCount val="3"/>
                <c:pt idx="0">
                  <c:v>4.8025056256461809E-12</c:v>
                </c:pt>
                <c:pt idx="1">
                  <c:v>8.2296126415506372E-12</c:v>
                </c:pt>
                <c:pt idx="2">
                  <c:v>1.0471524224699363E-14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72-4A3C-995B-C75D4183F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2688831"/>
        <c:axId val="762695551"/>
      </c:barChart>
      <c:catAx>
        <c:axId val="762688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695551"/>
        <c:crosses val="autoZero"/>
        <c:auto val="1"/>
        <c:lblAlgn val="ctr"/>
        <c:lblOffset val="100"/>
        <c:noMultiLvlLbl val="0"/>
      </c:catAx>
      <c:valAx>
        <c:axId val="762695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6888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20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Stuff'!$C$7:$F$7</c:f>
              <c:numCache>
                <c:formatCode>General</c:formatCode>
                <c:ptCount val="4"/>
                <c:pt idx="0">
                  <c:v>3.6473185141196077E-10</c:v>
                </c:pt>
                <c:pt idx="1">
                  <c:v>1.8482298233001613E-13</c:v>
                </c:pt>
                <c:pt idx="2">
                  <c:v>2.9730514067507155E-10</c:v>
                </c:pt>
                <c:pt idx="3">
                  <c:v>1.5945491994935679E-13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4C-403C-8170-9BCC2265A5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7219983"/>
        <c:axId val="757214703"/>
      </c:barChart>
      <c:catAx>
        <c:axId val="75721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7214703"/>
        <c:crosses val="autoZero"/>
        <c:auto val="1"/>
        <c:lblAlgn val="ctr"/>
        <c:lblOffset val="100"/>
        <c:noMultiLvlLbl val="0"/>
      </c:catAx>
      <c:valAx>
        <c:axId val="757214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7219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20 p &amp; pb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Stuff'!$D$1,'[Network Comparisons -Spring 2024.xlsx]LSE Stuff'!$F$1</c:f>
              <c:strCache>
                <c:ptCount val="2"/>
                <c:pt idx="0">
                  <c:v>LSE (P constant)</c:v>
                </c:pt>
                <c:pt idx="1">
                  <c:v>LSE (P and B constant)</c:v>
                </c:pt>
              </c:strCache>
            </c:strRef>
          </c:cat>
          <c:val>
            <c:numRef>
              <c:f>'[Network Comparisons -Spring 2024.xlsx]LSE Stuff'!$D$7,'[Network Comparisons -Spring 2024.xlsx]LSE Stuff'!$F$7</c:f>
              <c:numCache>
                <c:formatCode>General</c:formatCode>
                <c:ptCount val="2"/>
                <c:pt idx="0">
                  <c:v>1.8482298233001613E-13</c:v>
                </c:pt>
                <c:pt idx="1">
                  <c:v>1.5945491994935679E-13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BB-49EB-8529-830CA6F566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5113408"/>
        <c:axId val="1015319664"/>
      </c:barChart>
      <c:catAx>
        <c:axId val="70511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5319664"/>
        <c:crosses val="autoZero"/>
        <c:auto val="1"/>
        <c:lblAlgn val="ctr"/>
        <c:lblOffset val="100"/>
        <c:noMultiLvlLbl val="0"/>
      </c:catAx>
      <c:valAx>
        <c:axId val="1015319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511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Stuff'!$C$8:$F$8</c:f>
              <c:numCache>
                <c:formatCode>General</c:formatCode>
                <c:ptCount val="4"/>
                <c:pt idx="0" formatCode="0.00E+00">
                  <c:v>4.6349299999999999E-10</c:v>
                </c:pt>
                <c:pt idx="1">
                  <c:v>4.8080594483600297E-12</c:v>
                </c:pt>
                <c:pt idx="2">
                  <c:v>3.913530380586893E-10</c:v>
                </c:pt>
                <c:pt idx="3">
                  <c:v>5.2871404302501102E-14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26-42F4-BB5F-702ED3B73B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48318080"/>
        <c:axId val="1048319520"/>
      </c:barChart>
      <c:catAx>
        <c:axId val="104831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8319520"/>
        <c:crosses val="autoZero"/>
        <c:auto val="1"/>
        <c:lblAlgn val="ctr"/>
        <c:lblOffset val="100"/>
        <c:noMultiLvlLbl val="0"/>
      </c:catAx>
      <c:valAx>
        <c:axId val="1048319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8318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6 p &amp; pb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Stuff'!$D$1,'[Network Comparisons -Spring 2024.xlsx]LSE Stuff'!$F$1</c:f>
              <c:strCache>
                <c:ptCount val="2"/>
                <c:pt idx="0">
                  <c:v>LSE (P constant)</c:v>
                </c:pt>
                <c:pt idx="1">
                  <c:v>LSE (P and B constant)</c:v>
                </c:pt>
              </c:strCache>
            </c:strRef>
          </c:cat>
          <c:val>
            <c:numRef>
              <c:f>'[Network Comparisons -Spring 2024.xlsx]LSE Stuff'!$D$8,'[Network Comparisons -Spring 2024.xlsx]LSE Stuff'!$F$8</c:f>
              <c:numCache>
                <c:formatCode>General</c:formatCode>
                <c:ptCount val="2"/>
                <c:pt idx="0">
                  <c:v>4.8080594483600297E-12</c:v>
                </c:pt>
                <c:pt idx="1">
                  <c:v>5.2871404302501102E-14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09-49D4-8C2A-79D5AF1C1F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8755727"/>
        <c:axId val="738760527"/>
      </c:barChart>
      <c:catAx>
        <c:axId val="738755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760527"/>
        <c:crosses val="autoZero"/>
        <c:auto val="1"/>
        <c:lblAlgn val="ctr"/>
        <c:lblOffset val="100"/>
        <c:noMultiLvlLbl val="0"/>
      </c:catAx>
      <c:valAx>
        <c:axId val="738760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755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</a:t>
            </a:r>
            <a:r>
              <a:rPr lang="en-US" baseline="0"/>
              <a:t> 3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Stuff'!$C$9:$F$9</c:f>
              <c:numCache>
                <c:formatCode>General</c:formatCode>
                <c:ptCount val="4"/>
                <c:pt idx="0">
                  <c:v>6.9083599330013304E-9</c:v>
                </c:pt>
                <c:pt idx="1">
                  <c:v>2.2849278136763809E-12</c:v>
                </c:pt>
                <c:pt idx="2">
                  <c:v>7.8859857534080356E-11</c:v>
                </c:pt>
                <c:pt idx="3">
                  <c:v>1.3725668855971563E-12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07-48C6-92B4-3F020A8284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9087695"/>
        <c:axId val="909081935"/>
      </c:barChart>
      <c:catAx>
        <c:axId val="909087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081935"/>
        <c:crosses val="autoZero"/>
        <c:auto val="1"/>
        <c:lblAlgn val="ctr"/>
        <c:lblOffset val="100"/>
        <c:noMultiLvlLbl val="0"/>
      </c:catAx>
      <c:valAx>
        <c:axId val="909081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0876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3 w/o no</a:t>
            </a:r>
            <a:r>
              <a:rPr lang="en-US" baseline="0"/>
              <a:t> constant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Stuff'!$D$1:$F$1</c:f>
              <c:strCache>
                <c:ptCount val="3"/>
                <c:pt idx="0">
                  <c:v>LSE (P constant)</c:v>
                </c:pt>
                <c:pt idx="1">
                  <c:v>LSE (B constant)</c:v>
                </c:pt>
                <c:pt idx="2">
                  <c:v>LSE (P and B constant)</c:v>
                </c:pt>
              </c:strCache>
            </c:strRef>
          </c:cat>
          <c:val>
            <c:numRef>
              <c:f>'[Network Comparisons -Spring 2024.xlsx]LSE Stuff'!$D$9:$F$9</c:f>
              <c:numCache>
                <c:formatCode>General</c:formatCode>
                <c:ptCount val="3"/>
                <c:pt idx="0">
                  <c:v>2.2849278136763809E-12</c:v>
                </c:pt>
                <c:pt idx="1">
                  <c:v>7.8859857534080356E-11</c:v>
                </c:pt>
                <c:pt idx="2">
                  <c:v>1.3725668855971563E-12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27-4961-97ED-58121880E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2689311"/>
        <c:axId val="762690271"/>
      </c:barChart>
      <c:catAx>
        <c:axId val="762689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690271"/>
        <c:crosses val="autoZero"/>
        <c:auto val="1"/>
        <c:lblAlgn val="ctr"/>
        <c:lblOffset val="100"/>
        <c:noMultiLvlLbl val="0"/>
      </c:catAx>
      <c:valAx>
        <c:axId val="762690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689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21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Stuff'!$C$10:$F$10</c:f>
              <c:numCache>
                <c:formatCode>General</c:formatCode>
                <c:ptCount val="4"/>
                <c:pt idx="0">
                  <c:v>3.1168175383684787E-8</c:v>
                </c:pt>
                <c:pt idx="1">
                  <c:v>7.0281974367671392E-13</c:v>
                </c:pt>
                <c:pt idx="2">
                  <c:v>4.7676830903608097E-9</c:v>
                </c:pt>
                <c:pt idx="3">
                  <c:v>3.427686887189188E-13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E9-4EC9-AFC2-D99D43197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30723456"/>
        <c:axId val="1030721536"/>
      </c:barChart>
      <c:catAx>
        <c:axId val="103072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0721536"/>
        <c:crosses val="autoZero"/>
        <c:auto val="1"/>
        <c:lblAlgn val="ctr"/>
        <c:lblOffset val="100"/>
        <c:noMultiLvlLbl val="0"/>
      </c:catAx>
      <c:valAx>
        <c:axId val="1030721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072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21 p &amp; pb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Stuff'!$D$1,'[Network Comparisons -Spring 2024.xlsx]LSE Stuff'!$F$1</c:f>
              <c:strCache>
                <c:ptCount val="2"/>
                <c:pt idx="0">
                  <c:v>LSE (P constant)</c:v>
                </c:pt>
                <c:pt idx="1">
                  <c:v>LSE (P and B constant)</c:v>
                </c:pt>
              </c:strCache>
            </c:strRef>
          </c:cat>
          <c:val>
            <c:numRef>
              <c:f>'[Network Comparisons -Spring 2024.xlsx]LSE Stuff'!$D$10,'[Network Comparisons -Spring 2024.xlsx]LSE Stuff'!$F$10</c:f>
              <c:numCache>
                <c:formatCode>General</c:formatCode>
                <c:ptCount val="2"/>
                <c:pt idx="0">
                  <c:v>7.0281974367671392E-13</c:v>
                </c:pt>
                <c:pt idx="1">
                  <c:v>3.427686887189188E-13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DF-496B-93F2-D9998396EC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9091055"/>
        <c:axId val="909088655"/>
      </c:barChart>
      <c:catAx>
        <c:axId val="909091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088655"/>
        <c:crosses val="autoZero"/>
        <c:auto val="1"/>
        <c:lblAlgn val="ctr"/>
        <c:lblOffset val="100"/>
        <c:noMultiLvlLbl val="0"/>
      </c:catAx>
      <c:valAx>
        <c:axId val="909088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091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Stuff'!$C$11:$F$11</c:f>
              <c:numCache>
                <c:formatCode>General</c:formatCode>
                <c:ptCount val="4"/>
                <c:pt idx="0">
                  <c:v>1.4003462417166087E-8</c:v>
                </c:pt>
                <c:pt idx="1">
                  <c:v>1.0302491557097444E-16</c:v>
                </c:pt>
                <c:pt idx="2">
                  <c:v>4.6351422935227578E-8</c:v>
                </c:pt>
                <c:pt idx="3">
                  <c:v>1.0751163540211684E-16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2F-41E3-B58C-6F93BACFC8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9089135"/>
        <c:axId val="705111968"/>
      </c:barChart>
      <c:catAx>
        <c:axId val="909089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5111968"/>
        <c:crosses val="autoZero"/>
        <c:auto val="1"/>
        <c:lblAlgn val="ctr"/>
        <c:lblOffset val="100"/>
        <c:noMultiLvlLbl val="0"/>
      </c:catAx>
      <c:valAx>
        <c:axId val="705111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0891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Trial 1 p &amp; pb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Stuff'!$D$1,'[Network Comparisons -Spring 2024.xlsx]LSE Stuff'!$F$1</c:f>
              <c:strCache>
                <c:ptCount val="2"/>
                <c:pt idx="0">
                  <c:v>LSE (P constant)</c:v>
                </c:pt>
                <c:pt idx="1">
                  <c:v>LSE (P and B constant)</c:v>
                </c:pt>
              </c:strCache>
            </c:strRef>
          </c:cat>
          <c:val>
            <c:numRef>
              <c:f>'[Network Comparisons -Spring 2024.xlsx]LSE Stuff'!$D$11,'[Network Comparisons -Spring 2024.xlsx]LSE Stuff'!$F$11</c:f>
              <c:numCache>
                <c:formatCode>General</c:formatCode>
                <c:ptCount val="2"/>
                <c:pt idx="0">
                  <c:v>1.0302491557097444E-16</c:v>
                </c:pt>
                <c:pt idx="1">
                  <c:v>1.0751163540211684E-16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EB-4F25-9B2A-C169ADD615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7894223"/>
        <c:axId val="917908623"/>
      </c:barChart>
      <c:catAx>
        <c:axId val="917894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908623"/>
        <c:crosses val="autoZero"/>
        <c:auto val="1"/>
        <c:lblAlgn val="ctr"/>
        <c:lblOffset val="100"/>
        <c:noMultiLvlLbl val="0"/>
      </c:catAx>
      <c:valAx>
        <c:axId val="917908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8942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Stuff'!$C$12:$F$12</c:f>
              <c:numCache>
                <c:formatCode>General</c:formatCode>
                <c:ptCount val="4"/>
                <c:pt idx="0">
                  <c:v>3.6697185344070862E-8</c:v>
                </c:pt>
                <c:pt idx="1">
                  <c:v>1.6663755162964982E-11</c:v>
                </c:pt>
                <c:pt idx="2">
                  <c:v>2.8851624030088882E-8</c:v>
                </c:pt>
                <c:pt idx="3">
                  <c:v>9.1463484690271455E-14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06-45B0-B7F5-10F767018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59922095"/>
        <c:axId val="859925935"/>
      </c:barChart>
      <c:catAx>
        <c:axId val="859922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9925935"/>
        <c:crosses val="autoZero"/>
        <c:auto val="1"/>
        <c:lblAlgn val="ctr"/>
        <c:lblOffset val="100"/>
        <c:noMultiLvlLbl val="0"/>
      </c:catAx>
      <c:valAx>
        <c:axId val="859925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99220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5 p &amp; pb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Stuff'!$D$1,'[Network Comparisons -Spring 2024.xlsx]LSE Stuff'!$F$1</c:f>
              <c:strCache>
                <c:ptCount val="2"/>
                <c:pt idx="0">
                  <c:v>LSE (P constant)</c:v>
                </c:pt>
                <c:pt idx="1">
                  <c:v>LSE (P and B constant)</c:v>
                </c:pt>
              </c:strCache>
            </c:strRef>
          </c:cat>
          <c:val>
            <c:numRef>
              <c:f>'[Network Comparisons -Spring 2024.xlsx]LSE Stuff'!$D$12,'[Network Comparisons -Spring 2024.xlsx]LSE Stuff'!$F$12</c:f>
              <c:numCache>
                <c:formatCode>General</c:formatCode>
                <c:ptCount val="2"/>
                <c:pt idx="0">
                  <c:v>1.6663755162964982E-11</c:v>
                </c:pt>
                <c:pt idx="1">
                  <c:v>9.1463484690271455E-14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28-4E22-9E27-3D9C69086F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4315823"/>
        <c:axId val="764316783"/>
      </c:barChart>
      <c:catAx>
        <c:axId val="764315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4316783"/>
        <c:crosses val="autoZero"/>
        <c:auto val="1"/>
        <c:lblAlgn val="ctr"/>
        <c:lblOffset val="100"/>
        <c:noMultiLvlLbl val="0"/>
      </c:catAx>
      <c:valAx>
        <c:axId val="764316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43158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Stuff'!$C$13:$F$13</c:f>
              <c:numCache>
                <c:formatCode>General</c:formatCode>
                <c:ptCount val="4"/>
                <c:pt idx="0">
                  <c:v>3.6877599043628843E-8</c:v>
                </c:pt>
                <c:pt idx="1">
                  <c:v>9.7723334371162355E-14</c:v>
                </c:pt>
                <c:pt idx="2">
                  <c:v>4.0613345449365572E-8</c:v>
                </c:pt>
                <c:pt idx="3">
                  <c:v>2.3411111008979175E-14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7B-4F10-87F7-6B16841265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0654319"/>
        <c:axId val="900654799"/>
      </c:barChart>
      <c:catAx>
        <c:axId val="900654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0654799"/>
        <c:crosses val="autoZero"/>
        <c:auto val="1"/>
        <c:lblAlgn val="ctr"/>
        <c:lblOffset val="100"/>
        <c:noMultiLvlLbl val="0"/>
      </c:catAx>
      <c:valAx>
        <c:axId val="900654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0654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8 p &amp; pb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Stuff'!$D$1,'[Network Comparisons -Spring 2024.xlsx]LSE Stuff'!$F$1</c:f>
              <c:strCache>
                <c:ptCount val="2"/>
                <c:pt idx="0">
                  <c:v>LSE (P constant)</c:v>
                </c:pt>
                <c:pt idx="1">
                  <c:v>LSE (P and B constant)</c:v>
                </c:pt>
              </c:strCache>
            </c:strRef>
          </c:cat>
          <c:val>
            <c:numRef>
              <c:f>'[Network Comparisons -Spring 2024.xlsx]LSE Stuff'!$D$13,'[Network Comparisons -Spring 2024.xlsx]LSE Stuff'!$F$13</c:f>
              <c:numCache>
                <c:formatCode>General</c:formatCode>
                <c:ptCount val="2"/>
                <c:pt idx="0">
                  <c:v>9.7723334371162355E-14</c:v>
                </c:pt>
                <c:pt idx="1">
                  <c:v>2.3411111008979175E-14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40-4ECD-9FEC-CF130005CF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7080031"/>
        <c:axId val="547073311"/>
      </c:barChart>
      <c:catAx>
        <c:axId val="547080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7073311"/>
        <c:crosses val="autoZero"/>
        <c:auto val="1"/>
        <c:lblAlgn val="ctr"/>
        <c:lblOffset val="100"/>
        <c:noMultiLvlLbl val="0"/>
      </c:catAx>
      <c:valAx>
        <c:axId val="547073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7080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Stuff'!$C$14:$F$14</c:f>
              <c:numCache>
                <c:formatCode>General</c:formatCode>
                <c:ptCount val="4"/>
                <c:pt idx="0">
                  <c:v>1.0686575746258489E-7</c:v>
                </c:pt>
                <c:pt idx="1">
                  <c:v>7.4863556082219725E-10</c:v>
                </c:pt>
                <c:pt idx="2">
                  <c:v>5.6169327043896349E-10</c:v>
                </c:pt>
                <c:pt idx="3">
                  <c:v>5.0227445848374669E-10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45-425C-92CF-2D5C84CDE1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5797680"/>
        <c:axId val="705794800"/>
      </c:barChart>
      <c:catAx>
        <c:axId val="70579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5794800"/>
        <c:crosses val="autoZero"/>
        <c:auto val="1"/>
        <c:lblAlgn val="ctr"/>
        <c:lblOffset val="100"/>
        <c:noMultiLvlLbl val="0"/>
      </c:catAx>
      <c:valAx>
        <c:axId val="705794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5797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11 w/o no constants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Stuff'!$D$1:$F$1</c:f>
              <c:strCache>
                <c:ptCount val="3"/>
                <c:pt idx="0">
                  <c:v>LSE (P constant)</c:v>
                </c:pt>
                <c:pt idx="1">
                  <c:v>LSE (B constant)</c:v>
                </c:pt>
                <c:pt idx="2">
                  <c:v>LSE (P and B constant)</c:v>
                </c:pt>
              </c:strCache>
            </c:strRef>
          </c:cat>
          <c:val>
            <c:numRef>
              <c:f>'[Network Comparisons -Spring 2024.xlsx]LSE Stuff'!$D$14:$F$14</c:f>
              <c:numCache>
                <c:formatCode>General</c:formatCode>
                <c:ptCount val="3"/>
                <c:pt idx="0">
                  <c:v>7.4863556082219725E-10</c:v>
                </c:pt>
                <c:pt idx="1">
                  <c:v>5.6169327043896349E-10</c:v>
                </c:pt>
                <c:pt idx="2">
                  <c:v>5.0227445848374669E-10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7C-4A66-AE82-C36F1C4944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7314511"/>
        <c:axId val="757308751"/>
      </c:barChart>
      <c:catAx>
        <c:axId val="75731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7308751"/>
        <c:crosses val="autoZero"/>
        <c:auto val="1"/>
        <c:lblAlgn val="ctr"/>
        <c:lblOffset val="100"/>
        <c:noMultiLvlLbl val="0"/>
      </c:catAx>
      <c:valAx>
        <c:axId val="757308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7314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Stuff'!$C$15:$F$15</c:f>
              <c:numCache>
                <c:formatCode>General</c:formatCode>
                <c:ptCount val="4"/>
                <c:pt idx="0">
                  <c:v>2.3491994015371124E-7</c:v>
                </c:pt>
                <c:pt idx="1">
                  <c:v>6.4524202404454174E-14</c:v>
                </c:pt>
                <c:pt idx="2">
                  <c:v>7.9449638763128171E-12</c:v>
                </c:pt>
                <c:pt idx="3">
                  <c:v>1.6848954638727258E-13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F1-4403-A199-86D01399E2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7077631"/>
        <c:axId val="547079551"/>
      </c:barChart>
      <c:catAx>
        <c:axId val="547077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7079551"/>
        <c:crosses val="autoZero"/>
        <c:auto val="1"/>
        <c:lblAlgn val="ctr"/>
        <c:lblOffset val="100"/>
        <c:noMultiLvlLbl val="0"/>
      </c:catAx>
      <c:valAx>
        <c:axId val="547079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70776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16 w/o</a:t>
            </a:r>
            <a:r>
              <a:rPr lang="en-US" baseline="0"/>
              <a:t> no constants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Stuff'!$D$1:$F$1</c:f>
              <c:strCache>
                <c:ptCount val="3"/>
                <c:pt idx="0">
                  <c:v>LSE (P constant)</c:v>
                </c:pt>
                <c:pt idx="1">
                  <c:v>LSE (B constant)</c:v>
                </c:pt>
                <c:pt idx="2">
                  <c:v>LSE (P and B constant)</c:v>
                </c:pt>
              </c:strCache>
            </c:strRef>
          </c:cat>
          <c:val>
            <c:numRef>
              <c:f>'[Network Comparisons -Spring 2024.xlsx]LSE Stuff'!$D$15:$F$15</c:f>
              <c:numCache>
                <c:formatCode>General</c:formatCode>
                <c:ptCount val="3"/>
                <c:pt idx="0">
                  <c:v>6.4524202404454174E-14</c:v>
                </c:pt>
                <c:pt idx="1">
                  <c:v>7.9449638763128171E-12</c:v>
                </c:pt>
                <c:pt idx="2">
                  <c:v>1.6848954638727258E-13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D-4014-BBBC-790560C37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7211823"/>
        <c:axId val="757208943"/>
      </c:barChart>
      <c:catAx>
        <c:axId val="757211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7208943"/>
        <c:crosses val="autoZero"/>
        <c:auto val="1"/>
        <c:lblAlgn val="ctr"/>
        <c:lblOffset val="100"/>
        <c:noMultiLvlLbl val="0"/>
      </c:catAx>
      <c:valAx>
        <c:axId val="757208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72118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Stuff'!$C$16:$F$16</c:f>
              <c:numCache>
                <c:formatCode>General</c:formatCode>
                <c:ptCount val="4"/>
                <c:pt idx="0">
                  <c:v>2.875101328424052E-11</c:v>
                </c:pt>
                <c:pt idx="1">
                  <c:v>1.9170757972810767E-13</c:v>
                </c:pt>
                <c:pt idx="2">
                  <c:v>3.9052620019022868E-6</c:v>
                </c:pt>
                <c:pt idx="3">
                  <c:v>3.9179645933111619E-13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AF-4D6C-993C-B9F2156FC7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9837871"/>
        <c:axId val="929832111"/>
      </c:barChart>
      <c:catAx>
        <c:axId val="929837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9832111"/>
        <c:crosses val="autoZero"/>
        <c:auto val="1"/>
        <c:lblAlgn val="ctr"/>
        <c:lblOffset val="100"/>
        <c:noMultiLvlLbl val="0"/>
      </c:catAx>
      <c:valAx>
        <c:axId val="929832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9837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12 w/o 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Stuff'!$C$1:$D$1,'[Network Comparisons -Spring 2024.xlsx]LSE Stuff'!$F$1</c:f>
              <c:strCache>
                <c:ptCount val="3"/>
                <c:pt idx="0">
                  <c:v>LSE (no constant)</c:v>
                </c:pt>
                <c:pt idx="1">
                  <c:v>LSE (P constant)</c:v>
                </c:pt>
                <c:pt idx="2">
                  <c:v>LSE (P and B constant)</c:v>
                </c:pt>
              </c:strCache>
            </c:strRef>
          </c:cat>
          <c:val>
            <c:numRef>
              <c:f>'[Network Comparisons -Spring 2024.xlsx]LSE Stuff'!$C$16:$D$16,'[Network Comparisons -Spring 2024.xlsx]LSE Stuff'!$F$16</c:f>
              <c:numCache>
                <c:formatCode>General</c:formatCode>
                <c:ptCount val="3"/>
                <c:pt idx="0">
                  <c:v>2.875101328424052E-11</c:v>
                </c:pt>
                <c:pt idx="1">
                  <c:v>1.9170757972810767E-13</c:v>
                </c:pt>
                <c:pt idx="2">
                  <c:v>3.9179645933111619E-13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C3-4DBD-98EB-A63D217D2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2692191"/>
        <c:axId val="737686352"/>
      </c:barChart>
      <c:catAx>
        <c:axId val="762692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7686352"/>
        <c:crosses val="autoZero"/>
        <c:auto val="1"/>
        <c:lblAlgn val="ctr"/>
        <c:lblOffset val="100"/>
        <c:noMultiLvlLbl val="0"/>
      </c:catAx>
      <c:valAx>
        <c:axId val="737686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69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Stuff'!$C$17:$F$17</c:f>
              <c:numCache>
                <c:formatCode>General</c:formatCode>
                <c:ptCount val="4"/>
                <c:pt idx="0">
                  <c:v>1.0623839447981526E-10</c:v>
                </c:pt>
                <c:pt idx="1">
                  <c:v>1.2076205598563772E-13</c:v>
                </c:pt>
                <c:pt idx="2">
                  <c:v>4.124359232492889E-5</c:v>
                </c:pt>
                <c:pt idx="3">
                  <c:v>2.1912051169722863E-13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27-476F-BFD6-46AE261F81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5794320"/>
        <c:axId val="705799120"/>
      </c:barChart>
      <c:catAx>
        <c:axId val="705794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5799120"/>
        <c:crosses val="autoZero"/>
        <c:auto val="1"/>
        <c:lblAlgn val="ctr"/>
        <c:lblOffset val="100"/>
        <c:noMultiLvlLbl val="0"/>
      </c:catAx>
      <c:valAx>
        <c:axId val="705799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5794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7 w/o 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Stuff'!$C$1:$D$1,'[Network Comparisons -Spring 2024.xlsx]LSE Stuff'!$F$1</c:f>
              <c:strCache>
                <c:ptCount val="3"/>
                <c:pt idx="0">
                  <c:v>LSE (no constant)</c:v>
                </c:pt>
                <c:pt idx="1">
                  <c:v>LSE (P constant)</c:v>
                </c:pt>
                <c:pt idx="2">
                  <c:v>LSE (P and B constant)</c:v>
                </c:pt>
              </c:strCache>
            </c:strRef>
          </c:cat>
          <c:val>
            <c:numRef>
              <c:f>'[Network Comparisons -Spring 2024.xlsx]LSE Stuff'!$C$17:$D$17,'[Network Comparisons -Spring 2024.xlsx]LSE Stuff'!$F$17</c:f>
              <c:numCache>
                <c:formatCode>General</c:formatCode>
                <c:ptCount val="3"/>
                <c:pt idx="0">
                  <c:v>1.0623839447981526E-10</c:v>
                </c:pt>
                <c:pt idx="1">
                  <c:v>1.2076205598563772E-13</c:v>
                </c:pt>
                <c:pt idx="2">
                  <c:v>2.1912051169722863E-13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59-49D0-BA72-02ACCA6A7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2693631"/>
        <c:axId val="762689791"/>
      </c:barChart>
      <c:catAx>
        <c:axId val="762693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689791"/>
        <c:crosses val="autoZero"/>
        <c:auto val="1"/>
        <c:lblAlgn val="ctr"/>
        <c:lblOffset val="100"/>
        <c:noMultiLvlLbl val="0"/>
      </c:catAx>
      <c:valAx>
        <c:axId val="7626897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6936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Stuff'!$C$18:$F$18</c:f>
              <c:numCache>
                <c:formatCode>General</c:formatCode>
                <c:ptCount val="4"/>
                <c:pt idx="0">
                  <c:v>5.6603559930922507E-10</c:v>
                </c:pt>
                <c:pt idx="1">
                  <c:v>2.8154912931013722E-13</c:v>
                </c:pt>
                <c:pt idx="2">
                  <c:v>4.3791611946059352E-5</c:v>
                </c:pt>
                <c:pt idx="3">
                  <c:v>3.4564044536318115E-13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2A-43BF-BEAD-A486988E4D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7906703"/>
        <c:axId val="917908143"/>
      </c:barChart>
      <c:catAx>
        <c:axId val="917906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908143"/>
        <c:crosses val="autoZero"/>
        <c:auto val="1"/>
        <c:lblAlgn val="ctr"/>
        <c:lblOffset val="100"/>
        <c:noMultiLvlLbl val="0"/>
      </c:catAx>
      <c:valAx>
        <c:axId val="917908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906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13 w/o 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Stuff'!$C$1:$D$1,'[Network Comparisons -Spring 2024.xlsx]LSE Stuff'!$F$1</c:f>
              <c:strCache>
                <c:ptCount val="3"/>
                <c:pt idx="0">
                  <c:v>LSE (no constant)</c:v>
                </c:pt>
                <c:pt idx="1">
                  <c:v>LSE (P constant)</c:v>
                </c:pt>
                <c:pt idx="2">
                  <c:v>LSE (P and B constant)</c:v>
                </c:pt>
              </c:strCache>
            </c:strRef>
          </c:cat>
          <c:val>
            <c:numRef>
              <c:f>'[Network Comparisons -Spring 2024.xlsx]LSE Stuff'!$C$18:$D$18,'[Network Comparisons -Spring 2024.xlsx]LSE Stuff'!$F$18</c:f>
              <c:numCache>
                <c:formatCode>General</c:formatCode>
                <c:ptCount val="3"/>
                <c:pt idx="0">
                  <c:v>5.6603559930922507E-10</c:v>
                </c:pt>
                <c:pt idx="1">
                  <c:v>2.8154912931013722E-13</c:v>
                </c:pt>
                <c:pt idx="2">
                  <c:v>3.4564044536318115E-13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BB-4A53-B3BA-4C5E9EE608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0129503"/>
        <c:axId val="720131423"/>
      </c:barChart>
      <c:catAx>
        <c:axId val="720129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0131423"/>
        <c:crosses val="autoZero"/>
        <c:auto val="1"/>
        <c:lblAlgn val="ctr"/>
        <c:lblOffset val="100"/>
        <c:noMultiLvlLbl val="0"/>
      </c:catAx>
      <c:valAx>
        <c:axId val="720131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0129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Stuff'!$C$19:$F$19</c:f>
              <c:numCache>
                <c:formatCode>General</c:formatCode>
                <c:ptCount val="4"/>
                <c:pt idx="0">
                  <c:v>5.5035297945310636E-6</c:v>
                </c:pt>
                <c:pt idx="1">
                  <c:v>1.1747846856244633E-11</c:v>
                </c:pt>
                <c:pt idx="2">
                  <c:v>2.3687451629679523E-4</c:v>
                </c:pt>
                <c:pt idx="3">
                  <c:v>2.0203713536069148E-12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30-4A8C-B82D-3DACF46150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48577136"/>
        <c:axId val="1048575216"/>
      </c:barChart>
      <c:catAx>
        <c:axId val="1048577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8575216"/>
        <c:crosses val="autoZero"/>
        <c:auto val="1"/>
        <c:lblAlgn val="ctr"/>
        <c:lblOffset val="100"/>
        <c:noMultiLvlLbl val="0"/>
      </c:catAx>
      <c:valAx>
        <c:axId val="1048575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8577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4 p &amp; pb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Stuff'!$D$1,'[Network Comparisons -Spring 2024.xlsx]LSE Stuff'!$F$1</c:f>
              <c:strCache>
                <c:ptCount val="2"/>
                <c:pt idx="0">
                  <c:v>LSE (P constant)</c:v>
                </c:pt>
                <c:pt idx="1">
                  <c:v>LSE (P and B constant)</c:v>
                </c:pt>
              </c:strCache>
            </c:strRef>
          </c:cat>
          <c:val>
            <c:numRef>
              <c:f>'[Network Comparisons -Spring 2024.xlsx]LSE Stuff'!$D$19,'[Network Comparisons -Spring 2024.xlsx]LSE Stuff'!$F$19</c:f>
              <c:numCache>
                <c:formatCode>General</c:formatCode>
                <c:ptCount val="2"/>
                <c:pt idx="0">
                  <c:v>1.1747846856244633E-11</c:v>
                </c:pt>
                <c:pt idx="1">
                  <c:v>2.0203713536069148E-12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11-44AB-A7E5-0DEC66B979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8762447"/>
        <c:axId val="738757647"/>
      </c:barChart>
      <c:catAx>
        <c:axId val="738762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757647"/>
        <c:crosses val="autoZero"/>
        <c:auto val="1"/>
        <c:lblAlgn val="ctr"/>
        <c:lblOffset val="100"/>
        <c:noMultiLvlLbl val="0"/>
      </c:catAx>
      <c:valAx>
        <c:axId val="738757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7624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</a:t>
            </a:r>
            <a:r>
              <a:rPr lang="en-US" baseline="0"/>
              <a:t> 15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Stuff'!$C$1:$F$1</c:f>
              <c:strCache>
                <c:ptCount val="4"/>
                <c:pt idx="0">
                  <c:v>LSE (no constant)</c:v>
                </c:pt>
                <c:pt idx="1">
                  <c:v>LSE (P constant)</c:v>
                </c:pt>
                <c:pt idx="2">
                  <c:v>LSE (B constant)</c:v>
                </c:pt>
                <c:pt idx="3">
                  <c:v>LSE (P and B constant)</c:v>
                </c:pt>
              </c:strCache>
            </c:strRef>
          </c:cat>
          <c:val>
            <c:numRef>
              <c:f>'[Network Comparisons -Spring 2024.xlsx]LSE Stuff'!$C$20:$F$20</c:f>
              <c:numCache>
                <c:formatCode>General</c:formatCode>
                <c:ptCount val="4"/>
                <c:pt idx="0" formatCode="0.00E+00">
                  <c:v>3.9461722736929402E-11</c:v>
                </c:pt>
                <c:pt idx="1">
                  <c:v>8.7203406028825699E-14</c:v>
                </c:pt>
                <c:pt idx="2">
                  <c:v>6.6975560160342795E-4</c:v>
                </c:pt>
                <c:pt idx="3">
                  <c:v>3.2418978484840107E-14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F7-4780-AEDF-689547B4E9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59914415"/>
        <c:axId val="859924015"/>
      </c:barChart>
      <c:catAx>
        <c:axId val="859914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9924015"/>
        <c:crosses val="autoZero"/>
        <c:auto val="1"/>
        <c:lblAlgn val="ctr"/>
        <c:lblOffset val="100"/>
        <c:noMultiLvlLbl val="0"/>
      </c:catAx>
      <c:valAx>
        <c:axId val="859924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9914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15 w/o b constant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Stuff'!$C$1:$D$1,'[Network Comparisons -Spring 2024.xlsx]LSE Stuff'!$F$1</c:f>
              <c:strCache>
                <c:ptCount val="3"/>
                <c:pt idx="0">
                  <c:v>LSE (no constant)</c:v>
                </c:pt>
                <c:pt idx="1">
                  <c:v>LSE (P constant)</c:v>
                </c:pt>
                <c:pt idx="2">
                  <c:v>LSE (P and B constant)</c:v>
                </c:pt>
              </c:strCache>
            </c:strRef>
          </c:cat>
          <c:val>
            <c:numRef>
              <c:f>'[Network Comparisons -Spring 2024.xlsx]LSE Stuff'!$C$20:$D$20,'[Network Comparisons -Spring 2024.xlsx]LSE Stuff'!$F$20</c:f>
              <c:numCache>
                <c:formatCode>General</c:formatCode>
                <c:ptCount val="3"/>
                <c:pt idx="0" formatCode="0.00E+00">
                  <c:v>3.9461722736929402E-11</c:v>
                </c:pt>
                <c:pt idx="1">
                  <c:v>8.7203406028825699E-14</c:v>
                </c:pt>
                <c:pt idx="2">
                  <c:v>3.2418978484840107E-14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A1-497F-B14E-E63AB5A2CF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7301359"/>
        <c:axId val="987305679"/>
      </c:barChart>
      <c:catAx>
        <c:axId val="987301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7305679"/>
        <c:crosses val="autoZero"/>
        <c:auto val="1"/>
        <c:lblAlgn val="ctr"/>
        <c:lblOffset val="100"/>
        <c:noMultiLvlLbl val="0"/>
      </c:catAx>
      <c:valAx>
        <c:axId val="987305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7301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Stuff'!$D$1:$F$1</c:f>
              <c:strCache>
                <c:ptCount val="3"/>
                <c:pt idx="0">
                  <c:v>LSE (P constant)</c:v>
                </c:pt>
                <c:pt idx="1">
                  <c:v>LSE (B constant)</c:v>
                </c:pt>
                <c:pt idx="2">
                  <c:v>LSE (P and B constant)</c:v>
                </c:pt>
              </c:strCache>
            </c:strRef>
          </c:cat>
          <c:val>
            <c:numRef>
              <c:f>'[Network Comparisons -Spring 2024.xlsx]LSE Stuff'!$D$21:$F$21</c:f>
              <c:numCache>
                <c:formatCode>General</c:formatCode>
                <c:ptCount val="3"/>
                <c:pt idx="0">
                  <c:v>6.4899045182553289E-13</c:v>
                </c:pt>
                <c:pt idx="1">
                  <c:v>3.7756046052281536E-13</c:v>
                </c:pt>
                <c:pt idx="2">
                  <c:v>4.3004612741989866E-13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BB-4CFF-9A66-30D200C3D8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7896143"/>
        <c:axId val="917896623"/>
      </c:barChart>
      <c:catAx>
        <c:axId val="917896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896623"/>
        <c:crosses val="autoZero"/>
        <c:auto val="1"/>
        <c:lblAlgn val="ctr"/>
        <c:lblOffset val="100"/>
        <c:noMultiLvlLbl val="0"/>
      </c:catAx>
      <c:valAx>
        <c:axId val="91789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896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Trial 19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'[Network Comparisons -Spring 2024.xlsx]LSE Stuff'!$C$1,'[Network Comparisons -Spring 2024.xlsx]LSE Stuff'!$E$1:$F$1</c:f>
              <c:strCache>
                <c:ptCount val="3"/>
                <c:pt idx="0">
                  <c:v>LSE (no constant)</c:v>
                </c:pt>
                <c:pt idx="1">
                  <c:v>LSE (B constant)</c:v>
                </c:pt>
                <c:pt idx="2">
                  <c:v>LSE (P and B constant)</c:v>
                </c:pt>
              </c:strCache>
            </c:strRef>
          </c:cat>
          <c:val>
            <c:numRef>
              <c:f>'[Network Comparisons -Spring 2024.xlsx]LSE Stuff'!$C$22,'[Network Comparisons -Spring 2024.xlsx]LSE Stuff'!$E$22:$F$22</c:f>
              <c:numCache>
                <c:formatCode>General</c:formatCode>
                <c:ptCount val="3"/>
                <c:pt idx="0">
                  <c:v>1.0258471212861305E-9</c:v>
                </c:pt>
                <c:pt idx="1">
                  <c:v>1.4434575204319533E-7</c:v>
                </c:pt>
                <c:pt idx="2">
                  <c:v>3.2646204730081668E-14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B9-4754-801B-2B99E3011C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7894703"/>
        <c:axId val="917895663"/>
      </c:barChart>
      <c:catAx>
        <c:axId val="91789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895663"/>
        <c:crosses val="autoZero"/>
        <c:auto val="1"/>
        <c:lblAlgn val="ctr"/>
        <c:lblOffset val="100"/>
        <c:noMultiLvlLbl val="0"/>
      </c:catAx>
      <c:valAx>
        <c:axId val="917895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894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9732-F5D0-9AB2-6E82-AEB43079A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84AC7-8D88-CE26-81AC-8C90EFBBB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E4AA1-68F5-D053-4FB7-4A5CCF593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D52E-4C91-4140-BA13-513E7C72E3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A712E-AA41-B09F-05D6-AEE232C6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85A4D-5F9C-6A1D-B4F8-2A6E0B81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577C-F39B-4200-AAFB-D308A0FE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95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44581-D31F-CE30-2776-0761B79D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4EEDC-746A-B6E6-96B1-117823EF5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1853B-C8AB-1519-614A-CCAE42805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D52E-4C91-4140-BA13-513E7C72E3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4FBAE-56F6-269E-0B9F-368AA8B0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17419-97D4-EB39-FCE2-2F28CB8B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577C-F39B-4200-AAFB-D308A0FE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7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9D7C-3743-2479-FD20-3C4ECCFE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40479-5CAB-0FAE-21DD-D63B08740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30922-1B51-40CB-5A34-2DE42E4A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D52E-4C91-4140-BA13-513E7C72E3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44E9F-5E7F-4A92-09C9-93FC8AC5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37C97-701F-2765-A0D5-D234AA15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577C-F39B-4200-AAFB-D308A0FE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50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B299-D52B-0E84-D585-62F9E189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52B05-37B0-A1DB-BA23-FBA43BDF4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C0C0B-2C9A-F916-CF06-CDEC625CD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8259A-D524-5046-AED3-83A8B0478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D52E-4C91-4140-BA13-513E7C72E3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C72D8-DD29-4782-1BA5-27041E752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F61AA-DFF0-0CB8-88C9-AA21C91D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577C-F39B-4200-AAFB-D308A0FE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9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89E1-C1E1-F28E-F611-7D49318F3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0A9A4-4C0F-5EEB-7AB7-F3CE88BE0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BD7F8-EEB3-2C99-87A5-C33CDD762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D40F1F-5E8C-2353-4F00-3AB3F9703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D5C466-018D-B20F-A306-B1F18D38F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015319-FF0D-C42D-6D3D-00E232DB7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D52E-4C91-4140-BA13-513E7C72E3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6442C4-C7A2-4848-E956-275B42D0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6CDDC-4125-DF06-2F6C-41F7E80D3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577C-F39B-4200-AAFB-D308A0FE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60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DE7B-025B-E5EB-9F80-7B28EF1F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024B9-6A57-0F07-86A2-1056A5B0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D52E-4C91-4140-BA13-513E7C72E3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C3C064-5277-508E-859E-81FE36CB6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7C75A-99DF-4694-922B-6BA0DA49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577C-F39B-4200-AAFB-D308A0FE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66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5837C2-401B-D8A2-E66F-0137F063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D52E-4C91-4140-BA13-513E7C72E3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410E5-BD29-22F4-BBF1-47ED9F5EF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1E760-4C89-D46C-0BC3-5CF19C22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577C-F39B-4200-AAFB-D308A0FE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20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E3EDD-78D5-C908-B6E6-1021EB54F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3712D-EBE2-9A2D-D5B1-8BA3E77B1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EE19A-FBE6-F815-65AD-CDDB2471F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91BC6-C67E-A244-0A50-575FAB5E4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D52E-4C91-4140-BA13-513E7C72E3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0D508-96DE-2EFA-D5A8-56FA9F0C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78560-7495-5556-CD02-F78C294E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577C-F39B-4200-AAFB-D308A0FE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79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AE61-CE58-9FA1-D23A-8AA9E40E0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95098C-6EFE-DF58-0F00-E24E22D9E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7820E-5F18-A47C-1F5B-A6C5817D7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0DB8B-741B-EE21-7E33-09FEE10C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D52E-4C91-4140-BA13-513E7C72E3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84B01-AAEB-29DB-C3C3-607A1EC1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4319D-512C-D2D0-6EA3-8535A104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577C-F39B-4200-AAFB-D308A0FE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99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63F15-9ECF-AB7D-DA07-FED85E3CA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00045-3E7B-5844-EC75-B6158983A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9CE2E-E919-639C-D82B-B9E3932E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D52E-4C91-4140-BA13-513E7C72E3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70AA1-D59A-52E5-E814-10272705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520AA-5E70-B06A-CFE3-DB1D1E48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577C-F39B-4200-AAFB-D308A0FE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6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2A2784-2D87-2CC2-1B95-5D851BEE1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142FA-FDE0-D6E8-E16E-2DF87DC09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4858E-5B21-6E75-539E-DCDC00C1A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D52E-4C91-4140-BA13-513E7C72E3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BAE90-7A16-2C61-8FC3-228616AC0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8AE54-018F-917C-1431-E027A0438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577C-F39B-4200-AAFB-D308A0FE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5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258B21-1B84-90D0-56C3-2401B118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2AA85-6BBF-DE8E-335B-C20F8398B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68265-5E5A-4008-9740-0DF176FBB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FD52E-4C91-4140-BA13-513E7C72E3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8895E-61C1-161B-20B9-B88E4180C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87B48-5D7B-2115-F3C9-5EFEB8F23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1577C-F39B-4200-AAFB-D308A0FE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36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7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8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2C1EA-AB80-6C21-D38C-AD3EA864AE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 gene 4 edge networks</a:t>
            </a:r>
          </a:p>
        </p:txBody>
      </p:sp>
    </p:spTree>
    <p:extLst>
      <p:ext uri="{BB962C8B-B14F-4D97-AF65-F5344CB8AC3E}">
        <p14:creationId xmlns:p14="http://schemas.microsoft.com/office/powerpoint/2010/main" val="1751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FF55-3C7D-46B8-9259-B849119C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LSE – no constants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C8FEEDB-346A-A8A2-D277-3B5AE141E0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808782"/>
              </p:ext>
            </p:extLst>
          </p:nvPr>
        </p:nvGraphicFramePr>
        <p:xfrm>
          <a:off x="838200" y="1690688"/>
          <a:ext cx="4965777" cy="2373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1030C0D-A42C-47DA-B046-03CB8B420D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4252371"/>
              </p:ext>
            </p:extLst>
          </p:nvPr>
        </p:nvGraphicFramePr>
        <p:xfrm>
          <a:off x="6096000" y="1690687"/>
          <a:ext cx="4965777" cy="2373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37819F1-83ED-46BC-AB05-BBCC71AC84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957150"/>
              </p:ext>
            </p:extLst>
          </p:nvPr>
        </p:nvGraphicFramePr>
        <p:xfrm>
          <a:off x="3613111" y="4202823"/>
          <a:ext cx="4965777" cy="2373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06803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A3344-C3DF-C432-4693-0AAFC6B31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LSE – B constant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C78513D-7027-2DD8-096B-207D796BC5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6096128"/>
              </p:ext>
            </p:extLst>
          </p:nvPr>
        </p:nvGraphicFramePr>
        <p:xfrm>
          <a:off x="838200" y="1690688"/>
          <a:ext cx="4982707" cy="2454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1131615-6AB9-4966-9715-371A7C205D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3385982"/>
              </p:ext>
            </p:extLst>
          </p:nvPr>
        </p:nvGraphicFramePr>
        <p:xfrm>
          <a:off x="6095999" y="1690688"/>
          <a:ext cx="4982708" cy="2454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1131615-6AB9-4966-9715-371A7C205D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3936745"/>
              </p:ext>
            </p:extLst>
          </p:nvPr>
        </p:nvGraphicFramePr>
        <p:xfrm>
          <a:off x="3652526" y="4243747"/>
          <a:ext cx="4886946" cy="2454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9394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44A6C-740B-381C-2C35-10E6F7574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C3C1-7230-7E45-C13E-0F52CAC8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LSE – P constant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37AED84-A0A3-9AFA-5E43-29483E17C8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4910699"/>
              </p:ext>
            </p:extLst>
          </p:nvPr>
        </p:nvGraphicFramePr>
        <p:xfrm>
          <a:off x="183872" y="2340124"/>
          <a:ext cx="5777025" cy="2827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37AED84-A0A3-9AFA-5E43-29483E17C8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8421657"/>
              </p:ext>
            </p:extLst>
          </p:nvPr>
        </p:nvGraphicFramePr>
        <p:xfrm>
          <a:off x="6231104" y="2340124"/>
          <a:ext cx="5777026" cy="2827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21217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1AFA-2DEF-EF86-27B4-154794AF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 and B constant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BA7E485-117A-69DC-72A9-56E6D966EE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8253082"/>
              </p:ext>
            </p:extLst>
          </p:nvPr>
        </p:nvGraphicFramePr>
        <p:xfrm>
          <a:off x="838200" y="1690688"/>
          <a:ext cx="5017564" cy="2542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BA7E485-117A-69DC-72A9-56E6D966EE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9338283"/>
              </p:ext>
            </p:extLst>
          </p:nvPr>
        </p:nvGraphicFramePr>
        <p:xfrm>
          <a:off x="5855764" y="1690688"/>
          <a:ext cx="5822520" cy="2827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3359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674AC-1D63-46CD-5F35-62521FAA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25A8-724B-EA1F-2DA7-B413180A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B8569-808E-52F5-F413-3B832CECF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5899"/>
            <a:ext cx="4332000" cy="2871568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493493F-0408-B1A4-3AAD-F98D9B0A63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0955927"/>
              </p:ext>
            </p:extLst>
          </p:nvPr>
        </p:nvGraphicFramePr>
        <p:xfrm>
          <a:off x="6096000" y="169068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41952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BFBA9-07E3-3C32-5A89-A545EBCC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441-B15E-799A-9B29-3EB82F70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5ACD7B-134C-C1D6-01A1-FFEF0F9C0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379211" cy="2779712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E84EE51-B579-4113-2616-3C7060B318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5511514"/>
              </p:ext>
            </p:extLst>
          </p:nvPr>
        </p:nvGraphicFramePr>
        <p:xfrm>
          <a:off x="5217411" y="1809751"/>
          <a:ext cx="3471335" cy="23897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94BB915-DA98-B135-F5DB-57E8B8D522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4402875"/>
              </p:ext>
            </p:extLst>
          </p:nvPr>
        </p:nvGraphicFramePr>
        <p:xfrm>
          <a:off x="5217411" y="4318530"/>
          <a:ext cx="3333921" cy="2194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06816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F0615-1B00-525A-6B33-B4B703FF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27FD5-54A7-2EE7-9B30-B64CE773F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039164" cy="2610215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C463F4E-54E2-C175-B99D-195973F30D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484681"/>
              </p:ext>
            </p:extLst>
          </p:nvPr>
        </p:nvGraphicFramePr>
        <p:xfrm>
          <a:off x="4605866" y="1690688"/>
          <a:ext cx="4300502" cy="2407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42564CF-C597-2F12-3EF8-0DF5ED1C9D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1515115"/>
              </p:ext>
            </p:extLst>
          </p:nvPr>
        </p:nvGraphicFramePr>
        <p:xfrm>
          <a:off x="4605866" y="4220187"/>
          <a:ext cx="4300502" cy="2407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83507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8A7A-B91C-9708-809C-630455CAF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BFC5-BB02-F500-3580-D024273E9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4DF04-CEE6-4E5B-11C1-2AAB5636E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593336" cy="2532838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DD15E40-322A-65CE-2BCE-28045B12F4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4636507"/>
              </p:ext>
            </p:extLst>
          </p:nvPr>
        </p:nvGraphicFramePr>
        <p:xfrm>
          <a:off x="5431536" y="148032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31640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8D5D9-3995-4BA4-9B53-832A99CEB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E2AE-07BC-B91B-F8D1-39041CEF3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17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E250A-8BD3-4C9C-97F9-E328E7CDE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690688"/>
            <a:ext cx="4479676" cy="2711979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7F1B87C-5CF7-87E4-AFA8-30CAF1CAFD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3779490"/>
              </p:ext>
            </p:extLst>
          </p:nvPr>
        </p:nvGraphicFramePr>
        <p:xfrm>
          <a:off x="4867525" y="1690688"/>
          <a:ext cx="4013200" cy="23452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5BBFB94-8351-9194-6A7D-3B986AE5FC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7609901"/>
              </p:ext>
            </p:extLst>
          </p:nvPr>
        </p:nvGraphicFramePr>
        <p:xfrm>
          <a:off x="4867525" y="4035955"/>
          <a:ext cx="4165600" cy="2711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78711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7C0E0-883F-5031-0954-EF599038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02E3C-1D87-586C-39F3-886AEB804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32ADE3-B5CE-A248-7775-AC3772D6B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784578" cy="2338576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304345D-E8F5-3C19-7A50-5831D4C40F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2993028"/>
              </p:ext>
            </p:extLst>
          </p:nvPr>
        </p:nvGraphicFramePr>
        <p:xfrm>
          <a:off x="5622778" y="1690688"/>
          <a:ext cx="3606800" cy="2338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3172828-F162-437D-B594-616C15D603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5617901"/>
              </p:ext>
            </p:extLst>
          </p:nvPr>
        </p:nvGraphicFramePr>
        <p:xfrm>
          <a:off x="5622779" y="4029264"/>
          <a:ext cx="3606800" cy="1955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15573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B4140-0C90-7D35-A855-A96D69CE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7974-8CBB-354E-FBAB-C5716C47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3FD2F7-EAF3-524C-9C08-41BE7FDF7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274872" cy="2796645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572C086-3DB7-7654-2FB7-5A04BCAD2C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523801"/>
              </p:ext>
            </p:extLst>
          </p:nvPr>
        </p:nvGraphicFramePr>
        <p:xfrm>
          <a:off x="5113072" y="1690688"/>
          <a:ext cx="3996267" cy="224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FC2093E-892B-CA73-3CA8-476A517F3E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3655374"/>
              </p:ext>
            </p:extLst>
          </p:nvPr>
        </p:nvGraphicFramePr>
        <p:xfrm>
          <a:off x="5113071" y="4138084"/>
          <a:ext cx="3996267" cy="224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26148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893C0-5D91-65FD-5E72-73654110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61EAC-305B-C6DB-93DD-075E84778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300725" cy="2863001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B5CC29F-FE66-1068-7836-0D1DC837A1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882619"/>
              </p:ext>
            </p:extLst>
          </p:nvPr>
        </p:nvGraphicFramePr>
        <p:xfrm>
          <a:off x="5138925" y="1690688"/>
          <a:ext cx="4131733" cy="2496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0A67184-FB82-3292-4BA8-16A96F27C6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031442"/>
              </p:ext>
            </p:extLst>
          </p:nvPr>
        </p:nvGraphicFramePr>
        <p:xfrm>
          <a:off x="5138925" y="4186977"/>
          <a:ext cx="4300725" cy="2496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28367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DDB47-2C8E-0183-35E1-A8A5F021F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E5AF-31B4-7625-FDF0-DDD4EA333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21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45DF5D-8644-56E1-3379-8F159104A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153480" cy="2724530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FDAF1C6-F631-5629-F0B6-CE190FD33F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2071040"/>
              </p:ext>
            </p:extLst>
          </p:nvPr>
        </p:nvGraphicFramePr>
        <p:xfrm>
          <a:off x="4991680" y="1248071"/>
          <a:ext cx="4153480" cy="2724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3203757-DF57-EC5A-3032-ED545D0B70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19933"/>
              </p:ext>
            </p:extLst>
          </p:nvPr>
        </p:nvGraphicFramePr>
        <p:xfrm>
          <a:off x="4991680" y="3972601"/>
          <a:ext cx="4153480" cy="2724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2494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4EDEC-0EE2-EDD7-E0A1-1137F359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27CC-24EB-AC6B-C493-641D9333F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C87BB1-CA14-797F-D611-51FDFF092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258733" cy="2893587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E6B95CB-3A0B-F8FC-3E4A-1C6A690895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7049072"/>
              </p:ext>
            </p:extLst>
          </p:nvPr>
        </p:nvGraphicFramePr>
        <p:xfrm>
          <a:off x="5096933" y="1690688"/>
          <a:ext cx="3742267" cy="220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592E564-B4A1-C607-DFFA-159CA31D35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2309103"/>
              </p:ext>
            </p:extLst>
          </p:nvPr>
        </p:nvGraphicFramePr>
        <p:xfrm>
          <a:off x="5096933" y="4121151"/>
          <a:ext cx="4258733" cy="220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44735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E14B-A3D2-A43C-EAA1-5C81520D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20A4B-1FD9-B722-C676-292DA9CF6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17648A-BCC8-3989-100C-CE9E0F528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352838" cy="2506973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1754657-8673-FB89-3B45-799A0B20E1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8045958"/>
              </p:ext>
            </p:extLst>
          </p:nvPr>
        </p:nvGraphicFramePr>
        <p:xfrm>
          <a:off x="5191038" y="1690688"/>
          <a:ext cx="4199467" cy="2506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E656D40-122E-C230-7BA7-E6CB8CBB7B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6701724"/>
              </p:ext>
            </p:extLst>
          </p:nvPr>
        </p:nvGraphicFramePr>
        <p:xfrm>
          <a:off x="5191038" y="4197661"/>
          <a:ext cx="4352838" cy="2506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61437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F750-2347-68FF-D0E6-E78D27C78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B7DB-F198-9F12-BC1D-77D6DB5E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5842CB-F7B7-B367-DFC3-3ABD7D3FC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394200" cy="2909673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C1308F9-B1BB-71B3-5866-93E943E912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7996830"/>
              </p:ext>
            </p:extLst>
          </p:nvPr>
        </p:nvGraphicFramePr>
        <p:xfrm>
          <a:off x="5232400" y="1690688"/>
          <a:ext cx="3962400" cy="226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5ADC742-3DDA-8B1C-2EFA-01600B1CA1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9650806"/>
              </p:ext>
            </p:extLst>
          </p:nvPr>
        </p:nvGraphicFramePr>
        <p:xfrm>
          <a:off x="5232400" y="4146550"/>
          <a:ext cx="4394200" cy="2260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89668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917DA-DCE3-1617-562E-CA489828E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8E51-956E-FA58-DFFE-3977D363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9DBA5-0E10-6DE5-3096-CAC736BB1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986867" cy="3044543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0F7155A-5E98-2AC7-14BD-33E469F7BF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2807015"/>
              </p:ext>
            </p:extLst>
          </p:nvPr>
        </p:nvGraphicFramePr>
        <p:xfrm>
          <a:off x="5825067" y="1690688"/>
          <a:ext cx="4047067" cy="2277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D854EA7-DB0C-0AFA-3654-CED4E85CE3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6910011"/>
              </p:ext>
            </p:extLst>
          </p:nvPr>
        </p:nvGraphicFramePr>
        <p:xfrm>
          <a:off x="6096000" y="4215341"/>
          <a:ext cx="4047067" cy="2277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83049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9D24-0CA0-2BE1-0D32-FC952C9FC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57060-A3A5-BFB3-BDE5-19C4A46A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16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C4404F-D878-471C-5CD6-D0E25CB02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512733" cy="2348777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A56B1EB-E3AD-8766-21F4-D0A3E59261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939669"/>
              </p:ext>
            </p:extLst>
          </p:nvPr>
        </p:nvGraphicFramePr>
        <p:xfrm>
          <a:off x="5350933" y="1690687"/>
          <a:ext cx="3810000" cy="2348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32E22C3-7B08-3E99-1BEA-85D0452BAB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7985152"/>
              </p:ext>
            </p:extLst>
          </p:nvPr>
        </p:nvGraphicFramePr>
        <p:xfrm>
          <a:off x="5350933" y="4190638"/>
          <a:ext cx="3810000" cy="2348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0487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1BFE-8A8C-EE38-A672-318E7BA52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03FD98-B8BC-460D-3F38-8211A7A4F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106333" cy="2843937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BD7A9AC-72EA-1CC9-5D4E-C562ABBB17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1941993"/>
              </p:ext>
            </p:extLst>
          </p:nvPr>
        </p:nvGraphicFramePr>
        <p:xfrm>
          <a:off x="4944533" y="1690688"/>
          <a:ext cx="4106333" cy="224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AC8EE0D-0CF1-C74B-0FC6-1D3F206E91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6578721"/>
              </p:ext>
            </p:extLst>
          </p:nvPr>
        </p:nvGraphicFramePr>
        <p:xfrm>
          <a:off x="4944533" y="3934355"/>
          <a:ext cx="4106333" cy="2843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78526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B973E-127E-D7C9-5736-C8EC55FB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EAAC-46E7-B0A6-F7AF-6F0FD0997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A1773B-C0CA-4157-EE88-63B0B8ED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9"/>
            <a:ext cx="4207933" cy="252142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80A8181-E3EE-4AC7-00E3-46B5CD40E8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9361404"/>
              </p:ext>
            </p:extLst>
          </p:nvPr>
        </p:nvGraphicFramePr>
        <p:xfrm>
          <a:off x="5041902" y="1690688"/>
          <a:ext cx="4207933" cy="224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415D9B7-CF59-A45D-6BE5-855CFFBAE7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3121204"/>
              </p:ext>
            </p:extLst>
          </p:nvPr>
        </p:nvGraphicFramePr>
        <p:xfrm>
          <a:off x="5041902" y="4045477"/>
          <a:ext cx="4207933" cy="224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23261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4CE07-233E-E139-4187-75BF01143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D54D-6905-5A12-A68A-3E5C5A3D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F99435-41F8-1E1D-B582-8DB398CAA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732867" cy="2901241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B420562-E2C1-9D81-588A-4FC85A435D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2090535"/>
              </p:ext>
            </p:extLst>
          </p:nvPr>
        </p:nvGraphicFramePr>
        <p:xfrm>
          <a:off x="5571067" y="1690688"/>
          <a:ext cx="4047066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21BEFC4-B2FE-53E3-61A9-C47C5132B3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8861842"/>
              </p:ext>
            </p:extLst>
          </p:nvPr>
        </p:nvGraphicFramePr>
        <p:xfrm>
          <a:off x="5571067" y="4197351"/>
          <a:ext cx="4047067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482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93352-D015-8039-D93D-E4945959E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5DCE7-9529-B11C-DDF6-13DF18D4C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2BA8FC-8DE9-C35C-4506-86EC998EB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542455" cy="2695045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5D25248-F4E1-F82A-7311-2FC463A3C9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148058"/>
              </p:ext>
            </p:extLst>
          </p:nvPr>
        </p:nvGraphicFramePr>
        <p:xfrm>
          <a:off x="5380655" y="1690688"/>
          <a:ext cx="4186678" cy="2441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A8840BF-9303-AC7F-2336-FDAD86E4B1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1537552"/>
              </p:ext>
            </p:extLst>
          </p:nvPr>
        </p:nvGraphicFramePr>
        <p:xfrm>
          <a:off x="5380655" y="4236773"/>
          <a:ext cx="4186678" cy="2441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5083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026DA-C77E-F4D8-028D-3CC29D8C7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9B58-E724-4BD6-67B7-3805BA2B4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B049A-C397-3BEB-ED0B-BA628A95D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947316" cy="2305254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B4AEE19-CCFF-3D89-C369-B0C50B9F27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0530328"/>
              </p:ext>
            </p:extLst>
          </p:nvPr>
        </p:nvGraphicFramePr>
        <p:xfrm>
          <a:off x="5785516" y="1690688"/>
          <a:ext cx="3928533" cy="2305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C598509-0635-3408-ECD0-38BE70E122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7124157"/>
              </p:ext>
            </p:extLst>
          </p:nvPr>
        </p:nvGraphicFramePr>
        <p:xfrm>
          <a:off x="5590782" y="4187620"/>
          <a:ext cx="4318000" cy="2305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11321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2EF59-A47E-C105-1124-3A9033B43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95DB-D2D0-4AE9-CF48-0CE17E37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18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6DBB9-EB99-97B9-EF67-473C41123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423558" cy="2508779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3FF552F-6DC9-212E-F8AC-91A759DF3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222184"/>
              </p:ext>
            </p:extLst>
          </p:nvPr>
        </p:nvGraphicFramePr>
        <p:xfrm>
          <a:off x="5261758" y="169068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86641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D9872-AA5A-32F2-001B-97B25036E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936F-CB94-FAEB-7697-B92A6D3E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96FF9A-7BF0-4D3C-B653-9FDC729D0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334480" cy="2657846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BDAD299-8715-E38B-6486-CD742A2EBB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9747083"/>
              </p:ext>
            </p:extLst>
          </p:nvPr>
        </p:nvGraphicFramePr>
        <p:xfrm>
          <a:off x="5172680" y="1690688"/>
          <a:ext cx="4334480" cy="2657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13640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9DC17-2AD5-138E-9100-2F45C28B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542B-4826-B482-32BC-2233D695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Possibilities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9758A-C4FD-7B11-A3D0-732E73AA6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010" y="1426209"/>
            <a:ext cx="6443980" cy="526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5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5B7ED115EF04980BBFAFC51672553" ma:contentTypeVersion="9" ma:contentTypeDescription="Create a new document." ma:contentTypeScope="" ma:versionID="43a679fe5cbd3b1dc01cea5b3bb6a16a">
  <xsd:schema xmlns:xsd="http://www.w3.org/2001/XMLSchema" xmlns:xs="http://www.w3.org/2001/XMLSchema" xmlns:p="http://schemas.microsoft.com/office/2006/metadata/properties" xmlns:ns3="070f1269-45c1-4463-99ba-5dc4e57c7dff" xmlns:ns4="7bf50b4b-6300-445a-aea1-306a2291592c" targetNamespace="http://schemas.microsoft.com/office/2006/metadata/properties" ma:root="true" ma:fieldsID="b0963d0390b393dc53bf13ff5a8315f4" ns3:_="" ns4:_="">
    <xsd:import namespace="070f1269-45c1-4463-99ba-5dc4e57c7dff"/>
    <xsd:import namespace="7bf50b4b-6300-445a-aea1-306a229159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f1269-45c1-4463-99ba-5dc4e57c7d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50b4b-6300-445a-aea1-306a229159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0f1269-45c1-4463-99ba-5dc4e57c7df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89B7CD-2C5A-4F3C-8618-D4F01D1303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f1269-45c1-4463-99ba-5dc4e57c7dff"/>
    <ds:schemaRef ds:uri="7bf50b4b-6300-445a-aea1-306a229159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DF2763-A71F-427E-A27C-BD937C19A755}">
  <ds:schemaRefs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7bf50b4b-6300-445a-aea1-306a2291592c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070f1269-45c1-4463-99ba-5dc4e57c7dff"/>
  </ds:schemaRefs>
</ds:datastoreItem>
</file>

<file path=customXml/itemProps3.xml><?xml version="1.0" encoding="utf-8"?>
<ds:datastoreItem xmlns:ds="http://schemas.openxmlformats.org/officeDocument/2006/customXml" ds:itemID="{6A0B26CC-D2C2-4033-82EB-36305A7C17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245</Words>
  <Application>Microsoft Office PowerPoint</Application>
  <PresentationFormat>Widescreen</PresentationFormat>
  <Paragraphs>75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3 gene 4 edge networks</vt:lpstr>
      <vt:lpstr>LSE – no constants</vt:lpstr>
      <vt:lpstr>LSE – B constant</vt:lpstr>
      <vt:lpstr>LSE – P constant</vt:lpstr>
      <vt:lpstr>P and B constant</vt:lpstr>
      <vt:lpstr>Trial 9</vt:lpstr>
      <vt:lpstr>Trial 14</vt:lpstr>
      <vt:lpstr>Trial 10</vt:lpstr>
      <vt:lpstr>Trial 2</vt:lpstr>
      <vt:lpstr>Trial 17</vt:lpstr>
      <vt:lpstr>Trial 20</vt:lpstr>
      <vt:lpstr>Trial 6</vt:lpstr>
      <vt:lpstr>Trial 3</vt:lpstr>
      <vt:lpstr>Trial 21</vt:lpstr>
      <vt:lpstr>Trial 1</vt:lpstr>
      <vt:lpstr>Trial 5</vt:lpstr>
      <vt:lpstr>Trial 8</vt:lpstr>
      <vt:lpstr>Trial 11</vt:lpstr>
      <vt:lpstr>Trial 16</vt:lpstr>
      <vt:lpstr>Trial 12</vt:lpstr>
      <vt:lpstr>Trial 7</vt:lpstr>
      <vt:lpstr>Trial 13</vt:lpstr>
      <vt:lpstr>Trial 4</vt:lpstr>
      <vt:lpstr>Trial 15</vt:lpstr>
      <vt:lpstr>Trial 18</vt:lpstr>
      <vt:lpstr>Trial 19</vt:lpstr>
      <vt:lpstr>Grouping Possibilities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Chun, Nikki</dc:creator>
  <cp:lastModifiedBy>Chun, Nikki</cp:lastModifiedBy>
  <cp:revision>1</cp:revision>
  <dcterms:created xsi:type="dcterms:W3CDTF">2024-10-14T13:41:51Z</dcterms:created>
  <dcterms:modified xsi:type="dcterms:W3CDTF">2025-11-04T22:23:59Z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0x0101008DB5B7ED115EF04980BBFAFC51672553</vt:lpwstr>
  </property>
</Properties>
</file>