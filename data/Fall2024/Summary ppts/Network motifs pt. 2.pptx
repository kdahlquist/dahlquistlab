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0" autoAdjust="0"/>
    <p:restoredTop sz="94660"/>
  </p:normalViewPr>
  <p:slideViewPr>
    <p:cSldViewPr snapToGrid="0">
      <p:cViewPr varScale="1">
        <p:scale>
          <a:sx n="55" d="100"/>
          <a:sy n="55" d="100"/>
        </p:scale>
        <p:origin x="1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08794-CD66-7373-6171-440B3CC735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65CD93-D20C-EA08-F0C7-A822BFFC87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4EA75-5950-AB23-D1CC-F3EC4F912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7C586-5863-4E10-9DF5-58073F43A21B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C7152-DDFB-A125-3B3F-FF699C5AB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59FBC-AF75-A223-44A3-0264E6DD8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57CF-9359-4A6D-ABC1-45ABD2A94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3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811CA-D410-7A05-2019-55C8699A6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A7A32-76B5-FE83-F972-B734F0E37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D6D5D-8520-DE28-3228-53BF59985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7C586-5863-4E10-9DF5-58073F43A21B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E6754-55E6-1EAC-D712-AEBA03DDE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EF974-6236-ECDB-0B7E-F6762324A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57CF-9359-4A6D-ABC1-45ABD2A94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188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1090F-BE5B-463D-4319-ED19BE3F3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0A2E4-1459-11C7-6E66-A38DB26DF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65B5C-C762-15AB-BB72-F417F6994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7C586-5863-4E10-9DF5-58073F43A21B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C74FB-8F34-5E8D-F3D8-C14A2ADEC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DC2EF-FEB0-4E30-758E-5489EF436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57CF-9359-4A6D-ABC1-45ABD2A94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519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1BCA6-575B-8C47-CA6C-4234CD6DD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FC24C-138A-FCCD-C67E-94BE8D4B85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E772DC-EE51-5239-D32E-89FD556E8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36AE1E-E8F9-3FBE-D96A-920C35B65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7C586-5863-4E10-9DF5-58073F43A21B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3C9BC7-9BD9-B794-BD6D-137C49573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C69887-0906-71BB-E53D-CDEF98751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57CF-9359-4A6D-ABC1-45ABD2A94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89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328ED-5E2A-AA44-9E6C-5394E4A3A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8389F-C974-1497-5E90-E05992A45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491657-C6BE-A67C-6FAB-217E8B6FF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299195-DA6A-940F-8E6F-C3C2E885B0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EAC691-96D2-A590-F752-1B73AADE73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FC1342-5BBE-1CE5-025B-31DBA9BD5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7C586-5863-4E10-9DF5-58073F43A21B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7EFDD5-7F9C-6D3B-BC30-AB18C69CB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EA5298-AC44-73E2-3BB9-74DC42FA5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57CF-9359-4A6D-ABC1-45ABD2A94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990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82267-7610-C707-248B-6A9DF090E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1CBB16-C699-6612-8223-3C4D995F6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7C586-5863-4E10-9DF5-58073F43A21B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CE21BC-FE1E-E256-FC98-663A7C428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92A6A1-E6E8-09A7-A5F7-2D6C628E4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57CF-9359-4A6D-ABC1-45ABD2A94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740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ECD830-A478-6201-81B0-26406EB45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7C586-5863-4E10-9DF5-58073F43A21B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87B2A9-4A0C-C7D5-8C3A-C891390A6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D1671-9D66-9BE5-45D9-7F20ED7E1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57CF-9359-4A6D-ABC1-45ABD2A94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06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3D3AD-2238-6181-EB6F-0B0D3C0BA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85D48-A140-583B-5023-E93D1BFBD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33B18E-FB01-36A1-1A38-E3C5291B63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154B6B-73AE-E5B3-8673-DD26BF562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7C586-5863-4E10-9DF5-58073F43A21B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165841-9EEA-3EAF-B530-08C8149A5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8D8155-7A71-5FFA-703D-970D2F280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57CF-9359-4A6D-ABC1-45ABD2A94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49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F9DCC-A0C4-443B-336A-4C1E3ABDB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A5303A-A319-E3CF-2058-D5E0A10839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220E25-DCFF-E4BF-C030-1B7F9AEC57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04036B-DF68-954A-DA8A-4FF4D1B81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7C586-5863-4E10-9DF5-58073F43A21B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8DF0A8-5079-0423-DD7E-7DC68D4DA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84C305-3C16-37A0-AFCA-52F40962C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57CF-9359-4A6D-ABC1-45ABD2A94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446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3D737-AB2E-A879-48D1-8F8BA1FC3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C7EBD7-1804-7A86-8B3C-364674E84F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84C8B-DFFB-F8D3-79F8-39DFE3CB0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7C586-5863-4E10-9DF5-58073F43A21B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08062-A388-F46F-F1C1-B16691DCC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D7B93-26F6-1400-8B15-63C201C25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57CF-9359-4A6D-ABC1-45ABD2A94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165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1F0CBD-63C5-886E-A1B3-9E5F481001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0200F2-802B-DD34-E0BB-FF7FEF1486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2E46D-07D3-4B3B-6475-F16BD41C7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7C586-5863-4E10-9DF5-58073F43A21B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B61ED-4F34-2758-1A52-36E35C670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B8622-CB6A-46D6-9607-8F2E29666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57CF-9359-4A6D-ABC1-45ABD2A94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313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D749CB-92BE-A1DE-05C7-03FF032E4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DAB27-B23D-195B-8E24-6C05C24C2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BD53C-E8FF-5BF3-68ED-CC57D01D55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7C586-5863-4E10-9DF5-58073F43A21B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F98C6-FEAD-317B-1E43-0E25C599EB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DC145-6F35-6B66-315E-AEE887FC5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8057CF-9359-4A6D-ABC1-45ABD2A94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585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31BBAB-6D55-7D32-0620-3237D93319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4656"/>
            <a:ext cx="9144000" cy="595889"/>
          </a:xfrm>
        </p:spPr>
        <p:txBody>
          <a:bodyPr>
            <a:noAutofit/>
          </a:bodyPr>
          <a:lstStyle/>
          <a:p>
            <a:r>
              <a:rPr lang="en-US" sz="4800" dirty="0"/>
              <a:t>Trial 2.1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4A1E98-F0DA-D2D0-3F64-453DC49A3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825" y="1282700"/>
            <a:ext cx="9658350" cy="2146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C6A5D8-FCD2-E95A-E5A5-3ACAC5C50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807" y="3811155"/>
            <a:ext cx="11788385" cy="214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830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31BBAB-6D55-7D32-0620-3237D93319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4656"/>
            <a:ext cx="9144000" cy="595889"/>
          </a:xfrm>
        </p:spPr>
        <p:txBody>
          <a:bodyPr>
            <a:noAutofit/>
          </a:bodyPr>
          <a:lstStyle/>
          <a:p>
            <a:r>
              <a:rPr lang="en-US" sz="4800" dirty="0"/>
              <a:t>Trial 2.2</a:t>
            </a:r>
          </a:p>
          <a:p>
            <a:endParaRPr lang="en-US" sz="4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CE2D05-CCC9-FDC9-C37B-4B39BC290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524" y="1401233"/>
            <a:ext cx="9124952" cy="20277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3A7B35-0E58-123B-A9D1-502ED188B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324" y="3929688"/>
            <a:ext cx="11137351" cy="202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41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31BBAB-6D55-7D32-0620-3237D93319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4656"/>
            <a:ext cx="9144000" cy="595889"/>
          </a:xfrm>
        </p:spPr>
        <p:txBody>
          <a:bodyPr>
            <a:noAutofit/>
          </a:bodyPr>
          <a:lstStyle/>
          <a:p>
            <a:r>
              <a:rPr lang="en-US" sz="4800" dirty="0"/>
              <a:t>Trial 2.3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11AB02-4837-9284-2AAB-8F3FB4B1C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24" y="1325032"/>
            <a:ext cx="8210552" cy="18245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060528-F85C-430B-1379-3753FCAE1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49" y="3857414"/>
            <a:ext cx="10993197" cy="200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526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31BBAB-6D55-7D32-0620-3237D93319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4656"/>
            <a:ext cx="9144000" cy="595889"/>
          </a:xfrm>
        </p:spPr>
        <p:txBody>
          <a:bodyPr>
            <a:noAutofit/>
          </a:bodyPr>
          <a:lstStyle/>
          <a:p>
            <a:r>
              <a:rPr lang="en-US" sz="4800" dirty="0"/>
              <a:t>Trial 2.4</a:t>
            </a:r>
          </a:p>
          <a:p>
            <a:endParaRPr lang="en-US" sz="4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EEE52C-862F-D3E5-0643-02913BEEA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4" y="1247821"/>
            <a:ext cx="10267952" cy="22817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1F0D28-5112-E3DF-1442-B37955303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3708401"/>
            <a:ext cx="10021296" cy="182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479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31BBAB-6D55-7D32-0620-3237D93319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4656"/>
            <a:ext cx="9144000" cy="595889"/>
          </a:xfrm>
        </p:spPr>
        <p:txBody>
          <a:bodyPr>
            <a:noAutofit/>
          </a:bodyPr>
          <a:lstStyle/>
          <a:p>
            <a:r>
              <a:rPr lang="en-US" sz="4800" dirty="0"/>
              <a:t>Trial 2.5</a:t>
            </a:r>
          </a:p>
          <a:p>
            <a:endParaRPr lang="en-US" sz="4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48F785-C01A-EF95-DF71-E69366E87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850" y="1240366"/>
            <a:ext cx="9201150" cy="2044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1DF195A-3E77-3AAC-3279-E47FE8277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447" y="4331546"/>
            <a:ext cx="9319106" cy="169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353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31BBAB-6D55-7D32-0620-3237D93319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4656"/>
            <a:ext cx="9144000" cy="595889"/>
          </a:xfrm>
        </p:spPr>
        <p:txBody>
          <a:bodyPr>
            <a:noAutofit/>
          </a:bodyPr>
          <a:lstStyle/>
          <a:p>
            <a:r>
              <a:rPr lang="en-US" sz="4800" dirty="0"/>
              <a:t>Trial 2.6</a:t>
            </a:r>
          </a:p>
          <a:p>
            <a:endParaRPr lang="en-US" sz="4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BC75EC8-6C88-304A-565A-016074DDA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025" y="1485900"/>
            <a:ext cx="8743950" cy="1943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FF1FF1-1DF2-F622-0927-3135C4F34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86" y="4014355"/>
            <a:ext cx="11551227" cy="210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450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31BBAB-6D55-7D32-0620-3237D93319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4656"/>
            <a:ext cx="9144000" cy="595889"/>
          </a:xfrm>
        </p:spPr>
        <p:txBody>
          <a:bodyPr>
            <a:noAutofit/>
          </a:bodyPr>
          <a:lstStyle/>
          <a:p>
            <a:r>
              <a:rPr lang="en-US" sz="4800" dirty="0"/>
              <a:t>Trial 2.7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42E7771-CE60-88FD-4A9A-E2EB6228C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426632"/>
            <a:ext cx="11334749" cy="25188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092C79A-ECC0-ACE1-29DE-A1549263E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084" y="4471550"/>
            <a:ext cx="8488388" cy="1545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05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31BBAB-6D55-7D32-0620-3237D93319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4656"/>
            <a:ext cx="9144000" cy="595889"/>
          </a:xfrm>
        </p:spPr>
        <p:txBody>
          <a:bodyPr>
            <a:noAutofit/>
          </a:bodyPr>
          <a:lstStyle/>
          <a:p>
            <a:r>
              <a:rPr lang="en-US" sz="4800" dirty="0"/>
              <a:t>Trial 2.8</a:t>
            </a:r>
          </a:p>
          <a:p>
            <a:endParaRPr lang="en-US" sz="4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86D5B7-6F31-5B01-0FE3-430A052E6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725" y="1408689"/>
            <a:ext cx="8972550" cy="1993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3281B6-8DF9-0952-1D69-4B2547D49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30" y="3910733"/>
            <a:ext cx="10951339" cy="1993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86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31BBAB-6D55-7D32-0620-3237D93319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4656"/>
            <a:ext cx="9144000" cy="595889"/>
          </a:xfrm>
        </p:spPr>
        <p:txBody>
          <a:bodyPr>
            <a:noAutofit/>
          </a:bodyPr>
          <a:lstStyle/>
          <a:p>
            <a:r>
              <a:rPr lang="en-US" sz="4800" dirty="0"/>
              <a:t>Trial 2.9</a:t>
            </a:r>
          </a:p>
          <a:p>
            <a:endParaRPr lang="en-US" sz="4800" dirty="0"/>
          </a:p>
          <a:p>
            <a:endParaRPr lang="en-US" sz="4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FB286F-CA18-5248-F8E6-E56A3BBB6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24" y="1358899"/>
            <a:ext cx="8210552" cy="18245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5D09D7-0DD3-328F-C7D1-B26E1D719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352" y="4009812"/>
            <a:ext cx="10021296" cy="182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875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31BBAB-6D55-7D32-0620-3237D93319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4656"/>
            <a:ext cx="9144000" cy="595889"/>
          </a:xfrm>
        </p:spPr>
        <p:txBody>
          <a:bodyPr>
            <a:noAutofit/>
          </a:bodyPr>
          <a:lstStyle/>
          <a:p>
            <a:r>
              <a:rPr lang="en-US" sz="4800" dirty="0"/>
              <a:t>Trial 2.10</a:t>
            </a:r>
          </a:p>
          <a:p>
            <a:endParaRPr lang="en-US" sz="4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4DF400-0936-3D85-F5DF-4B73FC75F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025" y="1316567"/>
            <a:ext cx="9505949" cy="21124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5CAAFC-78D3-758D-1FC1-3EE0685D6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4009814"/>
            <a:ext cx="9598121" cy="174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062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20</Words>
  <Application>Microsoft Office PowerPoint</Application>
  <PresentationFormat>Widescreen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Chun, Nikki</dc:creator>
  <cp:lastModifiedBy>Chun, Nikki</cp:lastModifiedBy>
  <cp:revision>1</cp:revision>
  <dcterms:created xsi:type="dcterms:W3CDTF">2024-09-30T22:13:38Z</dcterms:created>
  <dcterms:modified xsi:type="dcterms:W3CDTF">2024-09-30T22:26:14Z</dcterms:modified>
</cp:coreProperties>
</file>