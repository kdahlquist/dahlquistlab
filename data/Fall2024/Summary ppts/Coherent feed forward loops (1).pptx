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3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A40F2-2702-4246-A641-4AD591F86603}" v="15" dt="2025-02-20T21:27:03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D157-67B1-31A0-F744-D85CD514B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CA128-2CC4-D2F2-BDA8-DC279AAB7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32D56-C089-5C3E-0D06-C36605B7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1322A-AFB1-081A-9383-A5049D4C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AC3A4-70E1-797C-3B81-09A9124C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2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51B4-219F-0B10-3290-1962C9FF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2CB0F-CBAE-5438-C5B9-C63E23B05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811B2-D227-89A0-2B3C-0204E998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FAC8D-0D5F-E5E3-B24A-E0966419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44B6-4519-37DE-DC51-F9818EB5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6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CFA5-3716-0028-6174-15F40201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11980-D9E0-226D-3DCE-A42B949C5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4E5A0-0E37-54BB-3A6E-360F43BE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6972-44D0-CD14-CF79-22CE2172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82FCF-6924-442C-60C6-49BD81EF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9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0E23-C0AD-2903-47D4-8566A1D9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9318-BEDF-5568-8C32-2EE868D2C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475EF-F2D8-A24E-73B7-3D42DA24C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7FC61-F934-A925-CD61-63811A827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C22C7-FEA4-A904-1665-EFFBAC6D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6F29B-A342-73D9-A597-BAD469F3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0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2E514-BA67-A741-048F-424AF04DA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80A0-D1F0-BD11-1EF0-B41C3EB09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8C92F-B280-8FF0-CB7F-441C1D514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46BEF-9492-133B-6066-8ABA6AA49D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751AE-FFD3-650B-F888-F6F39D9FF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72AA6-9807-5446-B73F-8EFB3D56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6A4F9-C2E3-A4C8-6D94-91EF95C6D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B8F3A-5CF5-1B77-A210-08997FD3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4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C332-6489-1134-B379-4BF2E05E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F1CDB3-427A-962D-C346-6D3803AE9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E8B64-0C7C-D7A6-2E76-F9DFD29F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0DA3B7-C847-C12D-8D46-80083DFC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7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E2D42-5701-5DE6-0358-A89C6919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05DA5-9759-662F-C49E-B4246625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546F4-7FEE-67E1-2753-506B3A54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2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C80C-DDC2-2778-BDBA-939930C85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3708A-6E96-B90B-3CFB-FAD391F2F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3D17F-224C-74C6-0422-E946488AD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F4317-03DE-208D-2708-348F4491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BC956-C99F-1054-F6E6-6B4D2947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F68A0-ACC0-6D2A-0DC7-6FC42C9B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8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E789-7553-7308-B139-BA94C2B9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D7E01-926A-BA5B-BB26-A0B974AC8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C9CF0-D4BE-9ABF-68BB-0FA342F0D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D9B57-1DAE-E660-7112-73B503AEE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9A06A-76E0-5E61-49A9-F36BCA74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46E7A-470A-EC32-C9F5-F474FA60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0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65D8-AA9F-3AD1-BF8F-DB7CF9D7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07530-D6E2-ACBF-18E9-6D66D36C3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FA3C-BBFE-6462-186B-13D5C561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6AFA-D0F0-AA4D-59BC-FACC8798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DC6D-92C6-D55C-F5A5-5D0564BD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2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AA9F1-3F34-6EA9-D41A-AF7FA74EC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DD1C4-56AF-82AC-1040-49D9F9215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8769C-CB3C-3C33-B112-FF1717397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B9A11-86FF-04DC-05F6-71A4B83C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FD971-096A-82EB-66DA-C9F5526D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04C5FF-A5A1-04B3-CFF3-5FDE2ABF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ABFCF-A0C9-F98D-348E-C540B1FF2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D8019-4EE4-C03B-45C3-C0B6A33E1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F10BA-D106-46A2-B744-B4AEA8E976E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02C2F-E13B-1FB2-B2B1-1F68B5B47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5569A-06EE-51A3-E9D6-9E5721326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62BEE-CA10-4B74-9096-0BB378EC2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5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C742-5A16-9500-7A29-89C3A16300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Coherent feed forward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48B24-78E5-304C-5D34-3C39B3FAC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2025</a:t>
            </a:r>
          </a:p>
        </p:txBody>
      </p:sp>
    </p:spTree>
    <p:extLst>
      <p:ext uri="{BB962C8B-B14F-4D97-AF65-F5344CB8AC3E}">
        <p14:creationId xmlns:p14="http://schemas.microsoft.com/office/powerpoint/2010/main" val="284812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D4073-8E8B-B617-FF75-1452961C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87824" cy="244475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Coherent 1</a:t>
            </a:r>
          </a:p>
        </p:txBody>
      </p:sp>
      <p:pic>
        <p:nvPicPr>
          <p:cNvPr id="5" name="Content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262AF48-97E9-7E37-6E73-DCE2C6B47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1" t="26129" r="18751" b="20062"/>
          <a:stretch/>
        </p:blipFill>
        <p:spPr>
          <a:xfrm>
            <a:off x="457014" y="603900"/>
            <a:ext cx="2277547" cy="1564655"/>
          </a:xfr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A5935F35-E6CE-2584-221C-0EDD14952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1" t="27474" r="17861" b="24847"/>
          <a:stretch/>
        </p:blipFill>
        <p:spPr>
          <a:xfrm>
            <a:off x="6431825" y="603900"/>
            <a:ext cx="2820959" cy="1705570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78DDB715-C4BC-E253-5749-361C5B417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50" t="27577" r="18657" b="21174"/>
          <a:stretch/>
        </p:blipFill>
        <p:spPr>
          <a:xfrm>
            <a:off x="3366851" y="603900"/>
            <a:ext cx="2432684" cy="1565574"/>
          </a:xfrm>
          <a:prstGeom prst="rect">
            <a:avLst/>
          </a:prstGeom>
        </p:spPr>
      </p:pic>
      <p:pic>
        <p:nvPicPr>
          <p:cNvPr id="11" name="Picture 10" descr="A screen shot of a computer&#10;&#10;Description automatically generated">
            <a:extLst>
              <a:ext uri="{FF2B5EF4-FFF2-40B4-BE49-F238E27FC236}">
                <a16:creationId xmlns:a16="http://schemas.microsoft.com/office/drawing/2014/main" id="{D82815DB-3C97-0A1F-8E9A-7C8957119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51" t="27141" r="19091" b="25181"/>
          <a:stretch/>
        </p:blipFill>
        <p:spPr>
          <a:xfrm>
            <a:off x="9604110" y="615300"/>
            <a:ext cx="2587890" cy="156465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9131E3F-74C2-AFC9-A58B-D23EBE7E54B0}"/>
              </a:ext>
            </a:extLst>
          </p:cNvPr>
          <p:cNvSpPr txBox="1">
            <a:spLocks/>
          </p:cNvSpPr>
          <p:nvPr/>
        </p:nvSpPr>
        <p:spPr>
          <a:xfrm>
            <a:off x="3742246" y="359425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Coherent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B0401E-6FBB-322C-1E4E-64E19A4DBF77}"/>
              </a:ext>
            </a:extLst>
          </p:cNvPr>
          <p:cNvSpPr txBox="1">
            <a:spLocks/>
          </p:cNvSpPr>
          <p:nvPr/>
        </p:nvSpPr>
        <p:spPr>
          <a:xfrm>
            <a:off x="6844103" y="370825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Coherent 3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4B25D28-D182-C8DA-328B-B1B6B14DA91F}"/>
              </a:ext>
            </a:extLst>
          </p:cNvPr>
          <p:cNvSpPr txBox="1">
            <a:spLocks/>
          </p:cNvSpPr>
          <p:nvPr/>
        </p:nvSpPr>
        <p:spPr>
          <a:xfrm>
            <a:off x="10441039" y="280939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Coherent 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4F418F-8A20-4561-1313-0657F1598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271" y="3116580"/>
            <a:ext cx="10043107" cy="256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4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01A5-118C-77FE-F9EC-CCDD2F1F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143B-BA53-521A-654D-23B1C774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87824" cy="244475"/>
          </a:xfrm>
        </p:spPr>
        <p:txBody>
          <a:bodyPr>
            <a:normAutofit fontScale="90000"/>
          </a:bodyPr>
          <a:lstStyle/>
          <a:p>
            <a:r>
              <a:rPr lang="en-US" sz="1600" dirty="0"/>
              <a:t>Incoherent 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5BF4E7B-AF00-DB87-3734-745CA29B08DC}"/>
              </a:ext>
            </a:extLst>
          </p:cNvPr>
          <p:cNvSpPr txBox="1">
            <a:spLocks/>
          </p:cNvSpPr>
          <p:nvPr/>
        </p:nvSpPr>
        <p:spPr>
          <a:xfrm>
            <a:off x="3742246" y="359425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Incoherent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F27277-5727-32F4-3BA2-97A00CFA6E59}"/>
              </a:ext>
            </a:extLst>
          </p:cNvPr>
          <p:cNvSpPr txBox="1">
            <a:spLocks/>
          </p:cNvSpPr>
          <p:nvPr/>
        </p:nvSpPr>
        <p:spPr>
          <a:xfrm>
            <a:off x="6844103" y="370825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Incoherent 3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9832A8-5737-0672-F7AB-B1C2853F2C21}"/>
              </a:ext>
            </a:extLst>
          </p:cNvPr>
          <p:cNvSpPr txBox="1">
            <a:spLocks/>
          </p:cNvSpPr>
          <p:nvPr/>
        </p:nvSpPr>
        <p:spPr>
          <a:xfrm>
            <a:off x="10441039" y="280939"/>
            <a:ext cx="1187824" cy="24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Incoherent 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5ED94E-F3AD-CA79-78C3-72A81E6BE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2" y="780362"/>
            <a:ext cx="2283836" cy="12726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CFA88E-2D70-59D1-99CE-AB6DA204C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409" y="675386"/>
            <a:ext cx="3030201" cy="17055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5A4089-C32C-203A-EE68-864A4EA97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188" y="778082"/>
            <a:ext cx="2389084" cy="1377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BE332A-0BDA-A3C1-9935-70C20C249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149" y="633455"/>
            <a:ext cx="2813779" cy="1705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9A56DCA-CDAD-6E02-65B9-3F49A55B6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22" y="3254641"/>
            <a:ext cx="11088835" cy="252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77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0FC23F-FB9E-F669-1B09-6CEF67A1C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2" y="292071"/>
            <a:ext cx="4111618" cy="2618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0DAAB3-4955-42F8-4E36-3EF608CF6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471" y="601980"/>
            <a:ext cx="5013241" cy="1501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2E6814-73A3-CEF9-B8BF-00C2C06B6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471" y="2910840"/>
            <a:ext cx="3062086" cy="227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6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B9E24D-690F-2CAB-9666-BE22C1983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04" y="437829"/>
            <a:ext cx="5286917" cy="3143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A44181-5316-1767-5EB3-A74348EDB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259" y="1201894"/>
            <a:ext cx="4113437" cy="1231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C57869-32A5-1437-A7D8-D9A619EEA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260" y="3581401"/>
            <a:ext cx="2369820" cy="175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1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DCE3A2-44B1-4C86-F34F-5A994F3CB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103" y="833742"/>
            <a:ext cx="4097116" cy="1226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FB8C04-F8FF-B013-8267-0913CB187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97" y="465916"/>
            <a:ext cx="5680103" cy="31892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63F55E-E684-1ECB-B410-ECD60D1C7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103" y="3655208"/>
            <a:ext cx="2491740" cy="184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31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70DEAF-B22E-7FC9-CD91-772C12DDC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1028700"/>
            <a:ext cx="4656970" cy="1394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5A77BE-C6AE-F8CE-59F6-3262C6926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71" y="910236"/>
            <a:ext cx="5935229" cy="3539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525080-0C5A-FB73-9E15-A503151B1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3240610"/>
            <a:ext cx="1790700" cy="132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0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7CFAB8-06D1-7382-A4F4-64B931C72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36" y="3002280"/>
            <a:ext cx="5377180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872FA3-2A8E-F7C7-9D6C-383D5536C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486" y="3002280"/>
            <a:ext cx="5377180" cy="110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6EE495-46EF-492D-B654-21986FA1407C}"/>
              </a:ext>
            </a:extLst>
          </p:cNvPr>
          <p:cNvSpPr txBox="1"/>
          <p:nvPr/>
        </p:nvSpPr>
        <p:spPr>
          <a:xfrm>
            <a:off x="4236720" y="4720828"/>
            <a:ext cx="371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ones did not finish running</a:t>
            </a:r>
          </a:p>
        </p:txBody>
      </p:sp>
    </p:spTree>
    <p:extLst>
      <p:ext uri="{BB962C8B-B14F-4D97-AF65-F5344CB8AC3E}">
        <p14:creationId xmlns:p14="http://schemas.microsoft.com/office/powerpoint/2010/main" val="76990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0B1433-44A8-4EC5-A33F-64E52B8D627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070f1269-45c1-4463-99ba-5dc4e57c7dff"/>
    <ds:schemaRef ds:uri="http://schemas.microsoft.com/office/infopath/2007/PartnerControls"/>
    <ds:schemaRef ds:uri="http://schemas.openxmlformats.org/package/2006/metadata/core-properties"/>
    <ds:schemaRef ds:uri="7bf50b4b-6300-445a-aea1-306a2291592c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B737BBB-4F31-48CD-8645-7FCFBDC707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96BAB6-A974-4371-BCF2-B4E75B1352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4719</TotalTime>
  <Words>28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Coherent feed forward loops</vt:lpstr>
      <vt:lpstr>Coherent 1</vt:lpstr>
      <vt:lpstr>Incoherent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Chun, Nikki</dc:creator>
  <cp:lastModifiedBy>Chun, Nikki</cp:lastModifiedBy>
  <cp:revision>2</cp:revision>
  <dcterms:created xsi:type="dcterms:W3CDTF">2025-02-06T16:19:55Z</dcterms:created>
  <dcterms:modified xsi:type="dcterms:W3CDTF">2025-11-04T22:27:49Z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