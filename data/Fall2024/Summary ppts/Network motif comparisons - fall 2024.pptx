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2" r:id="rId6"/>
    <p:sldId id="264" r:id="rId7"/>
    <p:sldId id="261" r:id="rId8"/>
    <p:sldId id="257" r:id="rId9"/>
    <p:sldId id="259" r:id="rId10"/>
    <p:sldId id="258" r:id="rId11"/>
    <p:sldId id="266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2DAEDB-72DB-4219-A399-CA3958985E38}" v="54" dt="2024-09-16T20:39:02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9" autoAdjust="0"/>
  </p:normalViewPr>
  <p:slideViewPr>
    <p:cSldViewPr snapToGrid="0">
      <p:cViewPr varScale="1">
        <p:scale>
          <a:sx n="69" d="100"/>
          <a:sy n="69" d="100"/>
        </p:scale>
        <p:origin x="1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20:25:25.2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1,'2799'0,"-2768"0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20:25:31.8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0,'2624'0,"-2600"0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20:25:38.8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0,'3055'0,"-3036"0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20:26:10.5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767 1,'14462'0,"-29691"0,16736 0,-1504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A6DC3-2881-6F62-2426-F7CC96169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D1CB5-6BFE-C12D-527A-8E4C38729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AD0BA-D23F-3FA3-B73D-FAD1F708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A6B0-6F4D-47A4-B41E-C2CBE8A8C2D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31C76-EF9C-4F58-E2D3-2A49C7836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55896-68DA-B2EF-8308-50D7FE0C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07FA-E58E-4222-B446-59F424AD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29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55E6-661C-D5B7-25E5-A823C6CD4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23E18-CBA7-1FC5-FC87-BB0D0212F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3C899-AB72-1D20-4B2F-CAD49099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A6B0-6F4D-47A4-B41E-C2CBE8A8C2D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13806-E4A2-31B3-2E5C-3010FC52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E2A4-D7CA-59C3-CF85-37776EA46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07FA-E58E-4222-B446-59F424AD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3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00CD-B940-5C50-874E-C37A11E21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07642-0E75-DED8-38EC-F3F413EE2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44A60-C4BC-164B-AAA6-BED8A4A1D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A6B0-6F4D-47A4-B41E-C2CBE8A8C2D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E4760-DBB5-CD92-0FC8-7458796E3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837FE-9BC9-F1D2-4A3E-CFD5258E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07FA-E58E-4222-B446-59F424AD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1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5649-D4D5-86E0-6BC7-A4529124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BB6F4-4E34-D3E4-CDBC-A8C066353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43249-DD9E-8EB9-F332-B64CF06D3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F8750-E71C-807F-BA16-7A6603129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A6B0-6F4D-47A4-B41E-C2CBE8A8C2D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8A67A-0F24-3952-D318-B0699D52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9B8C1-6DBF-FD6E-3E10-68517530D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07FA-E58E-4222-B446-59F424AD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20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2C9CF-610A-D1C9-C9E4-3D1C0A63F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48182-7E2C-8C5C-9776-6DFFD0C67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1ED7A-289F-BA88-DCCD-C81AD0AF9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8763C-778B-961E-9861-920FA0446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FA6756-C900-5E4E-E2A1-A2C7332EC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66044F-6085-4C31-DA0C-C7A2FC9F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A6B0-6F4D-47A4-B41E-C2CBE8A8C2D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E46723-88F0-388A-735F-B4020DFB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63F9F8-CA69-D894-9C55-2D584387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07FA-E58E-4222-B446-59F424AD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26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82C0-AD78-C4EC-5BB5-9D03A291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9F5F16-5461-7556-E6CB-FFA3233F2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A6B0-6F4D-47A4-B41E-C2CBE8A8C2D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710BD-8B27-0CB4-A0E6-D07D9C71B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40B4D-A667-A4A7-EACC-B462BA1E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07FA-E58E-4222-B446-59F424AD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81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B40C27-30F1-2FE1-F312-1497CB07F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A6B0-6F4D-47A4-B41E-C2CBE8A8C2D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4D85C-7973-09DD-F17E-D72F0B6B4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82E8B-2816-8A12-68D4-129F19AE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07FA-E58E-4222-B446-59F424AD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21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2DBC-1B46-0BDD-06D5-D74E98D16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00B16-7EF2-B7A8-3ACB-B27C4FFDB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15DE9-70FC-1DF7-A8F3-3805190D0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89127-DAC9-49BB-3BBF-4C9F6BF93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A6B0-6F4D-47A4-B41E-C2CBE8A8C2D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D0AB7-D0A7-E17E-08C9-F1182448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90B9F-AE50-F4CC-C345-993E39DC4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07FA-E58E-4222-B446-59F424AD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68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9D5AB-CD41-F7FC-2168-EE3453D24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C8D988-21AE-DB99-8AF8-8B6A53111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E15FE-85A3-1B1B-9260-126DD3DC2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82B0A-BBF3-038F-0844-D15495BA1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A6B0-6F4D-47A4-B41E-C2CBE8A8C2D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7AABD-892D-65CF-838B-1EB5152F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780AF-D986-E9EF-2448-084CF744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07FA-E58E-4222-B446-59F424AD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D34C7-BA90-3109-BFE5-03DF8B947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7AF50-B1CA-D698-CEC6-B27FEB747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CE285-1E89-C92A-F59B-3E5C4106A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A6B0-6F4D-47A4-B41E-C2CBE8A8C2D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CCD2D-49E1-EF25-EF93-94264A8D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504DC-131C-97DF-2595-D82E5A1F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07FA-E58E-4222-B446-59F424AD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7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3D1907-04BD-C80E-9E5D-56B52A7B4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EA4C6-420A-7697-2D94-C1B268DDC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CFD22-1280-644C-B6BC-478B06731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A6B0-6F4D-47A4-B41E-C2CBE8A8C2D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5CFE0-1BCA-89C2-C8EA-962D38380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BF64F-7723-9060-4F55-9F419BC6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07FA-E58E-4222-B446-59F424AD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5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DD5E44-BFE0-1F5B-FDB4-2C3E6AD3A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8DE89-D8B8-22A5-459E-B1ECEDE13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C1751-366A-0085-3092-A989AB7E0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40A6B0-6F4D-47A4-B41E-C2CBE8A8C2D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5F983-A653-157F-D4BA-676D77373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8FB05-833D-DCD6-3F8D-A17EB52E5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E07FA-E58E-4222-B446-59F424AD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2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0.emf"/><Relationship Id="rId7" Type="http://schemas.openxmlformats.org/officeDocument/2006/relationships/image" Target="../media/image12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2.emf"/><Relationship Id="rId5" Type="http://schemas.openxmlformats.org/officeDocument/2006/relationships/image" Target="../media/image11.png"/><Relationship Id="rId10" Type="http://schemas.openxmlformats.org/officeDocument/2006/relationships/image" Target="../media/image11.emf"/><Relationship Id="rId4" Type="http://schemas.openxmlformats.org/officeDocument/2006/relationships/customXml" Target="../ink/ink1.xml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FFEC5-11ED-FDEC-72C9-D042112BE4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motif comparisons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F814F-481D-95FA-318A-A3C59618E2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2024</a:t>
            </a:r>
          </a:p>
        </p:txBody>
      </p:sp>
    </p:spTree>
    <p:extLst>
      <p:ext uri="{BB962C8B-B14F-4D97-AF65-F5344CB8AC3E}">
        <p14:creationId xmlns:p14="http://schemas.microsoft.com/office/powerpoint/2010/main" val="1222341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5816-030B-8FFF-F30E-27B75BCD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 Forward Loop with1 autoregulated gene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F2C7F-904F-7D13-EAA2-490DDB1230CD}"/>
              </a:ext>
            </a:extLst>
          </p:cNvPr>
          <p:cNvSpPr/>
          <p:nvPr/>
        </p:nvSpPr>
        <p:spPr>
          <a:xfrm>
            <a:off x="1999786" y="1828800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409928-C5FD-15A3-A3E8-39EF8EEEED0D}"/>
              </a:ext>
            </a:extLst>
          </p:cNvPr>
          <p:cNvSpPr/>
          <p:nvPr/>
        </p:nvSpPr>
        <p:spPr>
          <a:xfrm>
            <a:off x="3007112" y="3016404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3FB39-C85E-DE64-6130-FEE8CA5AD2D9}"/>
              </a:ext>
            </a:extLst>
          </p:cNvPr>
          <p:cNvSpPr/>
          <p:nvPr/>
        </p:nvSpPr>
        <p:spPr>
          <a:xfrm>
            <a:off x="992459" y="3016404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3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7BC79F2-30F7-2D19-DD4A-E63FC41F7D64}"/>
              </a:ext>
            </a:extLst>
          </p:cNvPr>
          <p:cNvCxnSpPr/>
          <p:nvPr/>
        </p:nvCxnSpPr>
        <p:spPr>
          <a:xfrm flipH="1">
            <a:off x="1602059" y="2369635"/>
            <a:ext cx="695092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C1DF04-1777-BA8C-5062-0E7080E94719}"/>
              </a:ext>
            </a:extLst>
          </p:cNvPr>
          <p:cNvCxnSpPr/>
          <p:nvPr/>
        </p:nvCxnSpPr>
        <p:spPr>
          <a:xfrm>
            <a:off x="2211659" y="3286822"/>
            <a:ext cx="7954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32F4D8-D470-D706-DAC4-1892B540BED2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2877015" y="2369635"/>
            <a:ext cx="739697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BB53E4FA-AB5E-F630-7A71-D0F44676FCA6}"/>
              </a:ext>
            </a:extLst>
          </p:cNvPr>
          <p:cNvCxnSpPr>
            <a:cxnSpLocks/>
          </p:cNvCxnSpPr>
          <p:nvPr/>
        </p:nvCxnSpPr>
        <p:spPr>
          <a:xfrm rot="10800000" flipH="1">
            <a:off x="1999786" y="1828800"/>
            <a:ext cx="609600" cy="270418"/>
          </a:xfrm>
          <a:prstGeom prst="curvedConnector4">
            <a:avLst>
              <a:gd name="adj1" fmla="val -53963"/>
              <a:gd name="adj2" fmla="val 27113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F198136-BF22-3D69-B782-35492E83F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552" y="1798448"/>
            <a:ext cx="7127488" cy="163055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D46746A-0C87-184F-4FB1-061AF951A75A}"/>
              </a:ext>
            </a:extLst>
          </p:cNvPr>
          <p:cNvSpPr/>
          <p:nvPr/>
        </p:nvSpPr>
        <p:spPr>
          <a:xfrm>
            <a:off x="1999786" y="4343359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EC85BB-7B03-3675-13DC-ACCDE6A51D31}"/>
              </a:ext>
            </a:extLst>
          </p:cNvPr>
          <p:cNvSpPr/>
          <p:nvPr/>
        </p:nvSpPr>
        <p:spPr>
          <a:xfrm>
            <a:off x="3007112" y="5530963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F6C48C-F688-CF48-673C-106E9BFDA7CA}"/>
              </a:ext>
            </a:extLst>
          </p:cNvPr>
          <p:cNvSpPr/>
          <p:nvPr/>
        </p:nvSpPr>
        <p:spPr>
          <a:xfrm>
            <a:off x="992459" y="5530963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3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EF9AF2-5294-1574-E5F4-212AEE064EC8}"/>
              </a:ext>
            </a:extLst>
          </p:cNvPr>
          <p:cNvCxnSpPr/>
          <p:nvPr/>
        </p:nvCxnSpPr>
        <p:spPr>
          <a:xfrm flipH="1">
            <a:off x="1602059" y="4884194"/>
            <a:ext cx="695092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318AEA7-8A6E-53F3-41F5-144BB328034F}"/>
              </a:ext>
            </a:extLst>
          </p:cNvPr>
          <p:cNvCxnSpPr/>
          <p:nvPr/>
        </p:nvCxnSpPr>
        <p:spPr>
          <a:xfrm>
            <a:off x="2211659" y="5801381"/>
            <a:ext cx="7954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3FE6AC-9971-D529-C007-31C6EB295740}"/>
              </a:ext>
            </a:extLst>
          </p:cNvPr>
          <p:cNvCxnSpPr>
            <a:cxnSpLocks/>
          </p:cNvCxnSpPr>
          <p:nvPr/>
        </p:nvCxnSpPr>
        <p:spPr>
          <a:xfrm>
            <a:off x="2877015" y="4884194"/>
            <a:ext cx="739697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AE3474B7-1153-E826-9456-915C40CA8DF2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992459" y="5823683"/>
            <a:ext cx="609600" cy="248115"/>
          </a:xfrm>
          <a:prstGeom prst="curvedConnector4">
            <a:avLst>
              <a:gd name="adj1" fmla="val -33232"/>
              <a:gd name="adj2" fmla="val 25955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05F0CD2D-933E-F086-3987-4D074E5E8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457" y="4487912"/>
            <a:ext cx="7127488" cy="158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23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5816-030B-8FFF-F30E-27B75BCD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in with 1 autoregulated gene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F2C7F-904F-7D13-EAA2-490DDB1230CD}"/>
              </a:ext>
            </a:extLst>
          </p:cNvPr>
          <p:cNvSpPr/>
          <p:nvPr/>
        </p:nvSpPr>
        <p:spPr>
          <a:xfrm>
            <a:off x="1999786" y="1828800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409928-C5FD-15A3-A3E8-39EF8EEEED0D}"/>
              </a:ext>
            </a:extLst>
          </p:cNvPr>
          <p:cNvSpPr/>
          <p:nvPr/>
        </p:nvSpPr>
        <p:spPr>
          <a:xfrm>
            <a:off x="3007112" y="3016404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3FB39-C85E-DE64-6130-FEE8CA5AD2D9}"/>
              </a:ext>
            </a:extLst>
          </p:cNvPr>
          <p:cNvSpPr/>
          <p:nvPr/>
        </p:nvSpPr>
        <p:spPr>
          <a:xfrm>
            <a:off x="992459" y="3016404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3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ECF84EB-50BF-06E8-D86A-49882F90AD90}"/>
              </a:ext>
            </a:extLst>
          </p:cNvPr>
          <p:cNvCxnSpPr/>
          <p:nvPr/>
        </p:nvCxnSpPr>
        <p:spPr>
          <a:xfrm flipH="1">
            <a:off x="1602059" y="2369635"/>
            <a:ext cx="695092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4E802537-C62D-08C9-F661-697F47C904F1}"/>
              </a:ext>
            </a:extLst>
          </p:cNvPr>
          <p:cNvCxnSpPr>
            <a:cxnSpLocks/>
          </p:cNvCxnSpPr>
          <p:nvPr/>
        </p:nvCxnSpPr>
        <p:spPr>
          <a:xfrm rot="10800000" flipH="1">
            <a:off x="1999786" y="1828800"/>
            <a:ext cx="609600" cy="270418"/>
          </a:xfrm>
          <a:prstGeom prst="curvedConnector4">
            <a:avLst>
              <a:gd name="adj1" fmla="val -53963"/>
              <a:gd name="adj2" fmla="val 27113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176C33-BCBC-71BF-C727-E4FC2B953E00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2211659" y="3286822"/>
            <a:ext cx="7954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F08A742-C985-A294-4C33-25634DE8A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15" y="1827694"/>
            <a:ext cx="6915146" cy="159391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69339F-C9E3-0BC2-A282-0C0B835AA436}"/>
              </a:ext>
            </a:extLst>
          </p:cNvPr>
          <p:cNvSpPr/>
          <p:nvPr/>
        </p:nvSpPr>
        <p:spPr>
          <a:xfrm>
            <a:off x="1999786" y="4342120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A14050-4DC5-C853-4F5E-90160E1C9A8A}"/>
              </a:ext>
            </a:extLst>
          </p:cNvPr>
          <p:cNvSpPr/>
          <p:nvPr/>
        </p:nvSpPr>
        <p:spPr>
          <a:xfrm>
            <a:off x="3007112" y="5529724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94EEE7-A708-22AC-82FC-1D9BCA0F54EF}"/>
              </a:ext>
            </a:extLst>
          </p:cNvPr>
          <p:cNvSpPr/>
          <p:nvPr/>
        </p:nvSpPr>
        <p:spPr>
          <a:xfrm>
            <a:off x="992459" y="5529724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8D5B07-AE6D-2BB2-C712-351B52BCB4D6}"/>
              </a:ext>
            </a:extLst>
          </p:cNvPr>
          <p:cNvCxnSpPr/>
          <p:nvPr/>
        </p:nvCxnSpPr>
        <p:spPr>
          <a:xfrm flipH="1">
            <a:off x="1602059" y="4882955"/>
            <a:ext cx="695092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8ED7AE-C7A7-0B2D-2879-939C2B796120}"/>
              </a:ext>
            </a:extLst>
          </p:cNvPr>
          <p:cNvCxnSpPr/>
          <p:nvPr/>
        </p:nvCxnSpPr>
        <p:spPr>
          <a:xfrm>
            <a:off x="2211659" y="5800142"/>
            <a:ext cx="7954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2F1526DA-C1A0-31DA-744A-69D1EF9675FD}"/>
              </a:ext>
            </a:extLst>
          </p:cNvPr>
          <p:cNvCxnSpPr>
            <a:cxnSpLocks/>
            <a:stCxn id="14" idx="2"/>
            <a:endCxn id="14" idx="3"/>
          </p:cNvCxnSpPr>
          <p:nvPr/>
        </p:nvCxnSpPr>
        <p:spPr>
          <a:xfrm rot="5400000" flipH="1" flipV="1">
            <a:off x="3786303" y="5630551"/>
            <a:ext cx="270417" cy="609600"/>
          </a:xfrm>
          <a:prstGeom prst="curvedConnector4">
            <a:avLst>
              <a:gd name="adj1" fmla="val -162887"/>
              <a:gd name="adj2" fmla="val 15762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381EAF71-3CF5-6290-BBC6-E32729C94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415" y="4112009"/>
            <a:ext cx="6915146" cy="154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6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5816-030B-8FFF-F30E-27B75BCD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 Backward Loop w/ 1 autoregulated gene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F2C7F-904F-7D13-EAA2-490DDB1230CD}"/>
              </a:ext>
            </a:extLst>
          </p:cNvPr>
          <p:cNvSpPr/>
          <p:nvPr/>
        </p:nvSpPr>
        <p:spPr>
          <a:xfrm>
            <a:off x="4876800" y="1969412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409928-C5FD-15A3-A3E8-39EF8EEEED0D}"/>
              </a:ext>
            </a:extLst>
          </p:cNvPr>
          <p:cNvSpPr/>
          <p:nvPr/>
        </p:nvSpPr>
        <p:spPr>
          <a:xfrm>
            <a:off x="5884126" y="3157016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3FB39-C85E-DE64-6130-FEE8CA5AD2D9}"/>
              </a:ext>
            </a:extLst>
          </p:cNvPr>
          <p:cNvSpPr/>
          <p:nvPr/>
        </p:nvSpPr>
        <p:spPr>
          <a:xfrm>
            <a:off x="3869473" y="3157016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3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AAD461-49C9-E781-E5C6-CD1267787D36}"/>
              </a:ext>
            </a:extLst>
          </p:cNvPr>
          <p:cNvCxnSpPr>
            <a:endCxn id="6" idx="0"/>
          </p:cNvCxnSpPr>
          <p:nvPr/>
        </p:nvCxnSpPr>
        <p:spPr>
          <a:xfrm flipH="1">
            <a:off x="4479073" y="2510247"/>
            <a:ext cx="695092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F0CD5D-3912-C02C-3783-6274CBAB4159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5088673" y="3427434"/>
            <a:ext cx="7954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5FEAAC-F28F-80F0-5709-CE67A1E33222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5731726" y="2510247"/>
            <a:ext cx="762000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5778010F-B48A-36F4-CDCF-5104275B0D0D}"/>
              </a:ext>
            </a:extLst>
          </p:cNvPr>
          <p:cNvCxnSpPr>
            <a:cxnSpLocks/>
            <a:stCxn id="4" idx="1"/>
            <a:endCxn id="4" idx="0"/>
          </p:cNvCxnSpPr>
          <p:nvPr/>
        </p:nvCxnSpPr>
        <p:spPr>
          <a:xfrm rot="10800000" flipH="1">
            <a:off x="4876800" y="1969412"/>
            <a:ext cx="609600" cy="270418"/>
          </a:xfrm>
          <a:prstGeom prst="curvedConnector4">
            <a:avLst>
              <a:gd name="adj1" fmla="val -53963"/>
              <a:gd name="adj2" fmla="val 27113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58F25F2-BD5B-4429-D3C1-16E5CE071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535" y="3976576"/>
            <a:ext cx="9078929" cy="201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967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5816-030B-8FFF-F30E-27B75BCD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Bimutual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F2C7F-904F-7D13-EAA2-490DDB1230CD}"/>
              </a:ext>
            </a:extLst>
          </p:cNvPr>
          <p:cNvSpPr/>
          <p:nvPr/>
        </p:nvSpPr>
        <p:spPr>
          <a:xfrm>
            <a:off x="5486400" y="2083128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409928-C5FD-15A3-A3E8-39EF8EEEED0D}"/>
              </a:ext>
            </a:extLst>
          </p:cNvPr>
          <p:cNvSpPr/>
          <p:nvPr/>
        </p:nvSpPr>
        <p:spPr>
          <a:xfrm>
            <a:off x="6493726" y="3270732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3FB39-C85E-DE64-6130-FEE8CA5AD2D9}"/>
              </a:ext>
            </a:extLst>
          </p:cNvPr>
          <p:cNvSpPr/>
          <p:nvPr/>
        </p:nvSpPr>
        <p:spPr>
          <a:xfrm>
            <a:off x="4479073" y="3270732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81CB82-A36D-B913-A77A-8386829F6CE5}"/>
              </a:ext>
            </a:extLst>
          </p:cNvPr>
          <p:cNvCxnSpPr>
            <a:stCxn id="6" idx="0"/>
          </p:cNvCxnSpPr>
          <p:nvPr/>
        </p:nvCxnSpPr>
        <p:spPr>
          <a:xfrm flipV="1">
            <a:off x="5088673" y="2623963"/>
            <a:ext cx="706243" cy="6467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D0C3B9-003B-FC73-7AC6-2814FCBD853B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6397082" y="2623963"/>
            <a:ext cx="706244" cy="6467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CC4546E-017A-2AB0-094D-6210F81C5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059" y="4204008"/>
            <a:ext cx="8998048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209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5816-030B-8FFF-F30E-27B75BCDC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459" y="232819"/>
            <a:ext cx="10515600" cy="1325563"/>
          </a:xfrm>
        </p:spPr>
        <p:txBody>
          <a:bodyPr/>
          <a:lstStyle/>
          <a:p>
            <a:r>
              <a:rPr lang="en-US" dirty="0"/>
              <a:t>Regulated mutual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F2C7F-904F-7D13-EAA2-490DDB1230CD}"/>
              </a:ext>
            </a:extLst>
          </p:cNvPr>
          <p:cNvSpPr/>
          <p:nvPr/>
        </p:nvSpPr>
        <p:spPr>
          <a:xfrm>
            <a:off x="5486399" y="2113156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409928-C5FD-15A3-A3E8-39EF8EEEED0D}"/>
              </a:ext>
            </a:extLst>
          </p:cNvPr>
          <p:cNvSpPr/>
          <p:nvPr/>
        </p:nvSpPr>
        <p:spPr>
          <a:xfrm>
            <a:off x="6493725" y="3300760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3FB39-C85E-DE64-6130-FEE8CA5AD2D9}"/>
              </a:ext>
            </a:extLst>
          </p:cNvPr>
          <p:cNvSpPr/>
          <p:nvPr/>
        </p:nvSpPr>
        <p:spPr>
          <a:xfrm>
            <a:off x="4479072" y="3300760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3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ED9CB34-CCF7-F9FC-34FE-A882E4C747FF}"/>
              </a:ext>
            </a:extLst>
          </p:cNvPr>
          <p:cNvCxnSpPr/>
          <p:nvPr/>
        </p:nvCxnSpPr>
        <p:spPr>
          <a:xfrm flipH="1">
            <a:off x="5088672" y="2653991"/>
            <a:ext cx="609600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7D2461-104A-1D47-B5DB-CAB4B599C719}"/>
              </a:ext>
            </a:extLst>
          </p:cNvPr>
          <p:cNvCxnSpPr/>
          <p:nvPr/>
        </p:nvCxnSpPr>
        <p:spPr>
          <a:xfrm>
            <a:off x="5698272" y="3571178"/>
            <a:ext cx="7954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0CCC09-BCFB-96D3-14AA-859C24787B5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397081" y="2653991"/>
            <a:ext cx="706244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28568AD-F171-26E9-04C3-2BA434576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173" y="4474426"/>
            <a:ext cx="8903653" cy="186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978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5816-030B-8FFF-F30E-27B75BCD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cascade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F2C7F-904F-7D13-EAA2-490DDB1230CD}"/>
              </a:ext>
            </a:extLst>
          </p:cNvPr>
          <p:cNvSpPr/>
          <p:nvPr/>
        </p:nvSpPr>
        <p:spPr>
          <a:xfrm>
            <a:off x="5332266" y="1975045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409928-C5FD-15A3-A3E8-39EF8EEEED0D}"/>
              </a:ext>
            </a:extLst>
          </p:cNvPr>
          <p:cNvSpPr/>
          <p:nvPr/>
        </p:nvSpPr>
        <p:spPr>
          <a:xfrm>
            <a:off x="6339592" y="3162649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3FB39-C85E-DE64-6130-FEE8CA5AD2D9}"/>
              </a:ext>
            </a:extLst>
          </p:cNvPr>
          <p:cNvSpPr/>
          <p:nvPr/>
        </p:nvSpPr>
        <p:spPr>
          <a:xfrm>
            <a:off x="4324939" y="3162649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3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39BE6D-61B1-1992-B33E-1810F2FBAEA4}"/>
              </a:ext>
            </a:extLst>
          </p:cNvPr>
          <p:cNvCxnSpPr>
            <a:endCxn id="6" idx="0"/>
          </p:cNvCxnSpPr>
          <p:nvPr/>
        </p:nvCxnSpPr>
        <p:spPr>
          <a:xfrm flipH="1">
            <a:off x="4934539" y="2515880"/>
            <a:ext cx="609600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63B5BE8-A53F-08D5-E51B-CA9F37DEB1F8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5544139" y="3433067"/>
            <a:ext cx="7954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ED1427-BB3D-1C41-733B-C2C059EB2323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6254100" y="2515880"/>
            <a:ext cx="695092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B641774-AF92-1D88-5BB2-7D0E87FB7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358" y="4342120"/>
            <a:ext cx="8731284" cy="185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9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5816-030B-8FFF-F30E-27B75BCDC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8080"/>
          </a:xfrm>
        </p:spPr>
        <p:txBody>
          <a:bodyPr/>
          <a:lstStyle/>
          <a:p>
            <a:r>
              <a:rPr lang="en-US" dirty="0"/>
              <a:t>Mutual out with 1 autoregulated gene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F2C7F-904F-7D13-EAA2-490DDB1230CD}"/>
              </a:ext>
            </a:extLst>
          </p:cNvPr>
          <p:cNvSpPr/>
          <p:nvPr/>
        </p:nvSpPr>
        <p:spPr>
          <a:xfrm>
            <a:off x="1999786" y="1219200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409928-C5FD-15A3-A3E8-39EF8EEEED0D}"/>
              </a:ext>
            </a:extLst>
          </p:cNvPr>
          <p:cNvSpPr/>
          <p:nvPr/>
        </p:nvSpPr>
        <p:spPr>
          <a:xfrm>
            <a:off x="3007112" y="2406804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3FB39-C85E-DE64-6130-FEE8CA5AD2D9}"/>
              </a:ext>
            </a:extLst>
          </p:cNvPr>
          <p:cNvSpPr/>
          <p:nvPr/>
        </p:nvSpPr>
        <p:spPr>
          <a:xfrm>
            <a:off x="992459" y="2406804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3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E0F722C-03E8-5B7A-8ECF-C33C5F62D728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602059" y="1760035"/>
            <a:ext cx="609600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DD1D02EB-0CFA-39F8-BCA2-61788691CFA3}"/>
              </a:ext>
            </a:extLst>
          </p:cNvPr>
          <p:cNvCxnSpPr>
            <a:cxnSpLocks/>
          </p:cNvCxnSpPr>
          <p:nvPr/>
        </p:nvCxnSpPr>
        <p:spPr>
          <a:xfrm rot="10800000" flipH="1">
            <a:off x="1999786" y="1219200"/>
            <a:ext cx="609600" cy="270418"/>
          </a:xfrm>
          <a:prstGeom prst="curvedConnector4">
            <a:avLst>
              <a:gd name="adj1" fmla="val -53963"/>
              <a:gd name="adj2" fmla="val 27113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FF96B2-FB98-553A-AC57-BA77261E15D0}"/>
              </a:ext>
            </a:extLst>
          </p:cNvPr>
          <p:cNvCxnSpPr/>
          <p:nvPr/>
        </p:nvCxnSpPr>
        <p:spPr>
          <a:xfrm>
            <a:off x="2211659" y="2677222"/>
            <a:ext cx="7954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52206AF-247A-66C2-61D7-4711A7C94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509" y="934414"/>
            <a:ext cx="7210018" cy="163293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22F2C7F-904F-7D13-EAA2-490DDB1230CD}"/>
              </a:ext>
            </a:extLst>
          </p:cNvPr>
          <p:cNvSpPr/>
          <p:nvPr/>
        </p:nvSpPr>
        <p:spPr>
          <a:xfrm>
            <a:off x="1999786" y="3691880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409928-C5FD-15A3-A3E8-39EF8EEEED0D}"/>
              </a:ext>
            </a:extLst>
          </p:cNvPr>
          <p:cNvSpPr/>
          <p:nvPr/>
        </p:nvSpPr>
        <p:spPr>
          <a:xfrm>
            <a:off x="3007112" y="4879484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93FB39-C85E-DE64-6130-FEE8CA5AD2D9}"/>
              </a:ext>
            </a:extLst>
          </p:cNvPr>
          <p:cNvSpPr/>
          <p:nvPr/>
        </p:nvSpPr>
        <p:spPr>
          <a:xfrm>
            <a:off x="992459" y="4879484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C4C8ADF-C78F-51A4-155B-9EAA642A7F9A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1602059" y="4232715"/>
            <a:ext cx="728546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908E44-7449-9F54-0777-541C6151E002}"/>
              </a:ext>
            </a:extLst>
          </p:cNvPr>
          <p:cNvCxnSpPr/>
          <p:nvPr/>
        </p:nvCxnSpPr>
        <p:spPr>
          <a:xfrm>
            <a:off x="2211659" y="5149902"/>
            <a:ext cx="7954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C5DC3DFE-3523-D53F-7DFC-DCDA2FDAB4E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786303" y="4980311"/>
            <a:ext cx="270417" cy="609600"/>
          </a:xfrm>
          <a:prstGeom prst="curvedConnector4">
            <a:avLst>
              <a:gd name="adj1" fmla="val -162887"/>
              <a:gd name="adj2" fmla="val 15762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75B19D84-271F-34C3-C30C-D7D9790F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509" y="3221431"/>
            <a:ext cx="7210018" cy="16580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CF98D95-661B-8559-268B-595A3ED192BB}"/>
                  </a:ext>
                </a:extLst>
              </p14:cNvPr>
              <p14:cNvContentPartPr/>
              <p14:nvPr/>
            </p14:nvContentPartPr>
            <p14:xfrm>
              <a:off x="10678400" y="3740560"/>
              <a:ext cx="10191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CF98D95-661B-8559-268B-595A3ED192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24400" y="3632920"/>
                <a:ext cx="1126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6DC509B-168A-123D-B417-099D597F4E5B}"/>
                  </a:ext>
                </a:extLst>
              </p14:cNvPr>
              <p14:cNvContentPartPr/>
              <p14:nvPr/>
            </p14:nvContentPartPr>
            <p14:xfrm>
              <a:off x="10759400" y="4062400"/>
              <a:ext cx="95364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6DC509B-168A-123D-B417-099D597F4E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05400" y="3954400"/>
                <a:ext cx="1061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4FFBC4E-E3CD-2941-91F5-997E75313B25}"/>
                  </a:ext>
                </a:extLst>
              </p14:cNvPr>
              <p14:cNvContentPartPr/>
              <p14:nvPr/>
            </p14:nvContentPartPr>
            <p14:xfrm>
              <a:off x="10586600" y="4401880"/>
              <a:ext cx="110700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4FFBC4E-E3CD-2941-91F5-997E75313B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32600" y="4293880"/>
                <a:ext cx="121464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ABF7C55D-327C-A03C-01A3-99139C8C5A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6350" y="5360598"/>
            <a:ext cx="2019300" cy="9906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A31089B-EBFA-326C-2F12-E8C4C42B2B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65688" y="5285111"/>
            <a:ext cx="230886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99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5816-030B-8FFF-F30E-27B75BCD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Regulating mutual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F2C7F-904F-7D13-EAA2-490DDB1230CD}"/>
              </a:ext>
            </a:extLst>
          </p:cNvPr>
          <p:cNvSpPr/>
          <p:nvPr/>
        </p:nvSpPr>
        <p:spPr>
          <a:xfrm>
            <a:off x="5291626" y="2152184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409928-C5FD-15A3-A3E8-39EF8EEEED0D}"/>
              </a:ext>
            </a:extLst>
          </p:cNvPr>
          <p:cNvSpPr/>
          <p:nvPr/>
        </p:nvSpPr>
        <p:spPr>
          <a:xfrm>
            <a:off x="6298952" y="3339788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3FB39-C85E-DE64-6130-FEE8CA5AD2D9}"/>
              </a:ext>
            </a:extLst>
          </p:cNvPr>
          <p:cNvSpPr/>
          <p:nvPr/>
        </p:nvSpPr>
        <p:spPr>
          <a:xfrm>
            <a:off x="4284299" y="3339788"/>
            <a:ext cx="1219200" cy="540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 3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B477CB0-29D5-BFFC-BF38-A9CAA346370D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893899" y="2693019"/>
            <a:ext cx="609600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6EFF2F-D958-1401-2D12-5E5A3828592D}"/>
              </a:ext>
            </a:extLst>
          </p:cNvPr>
          <p:cNvCxnSpPr/>
          <p:nvPr/>
        </p:nvCxnSpPr>
        <p:spPr>
          <a:xfrm>
            <a:off x="5503499" y="3610206"/>
            <a:ext cx="7954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3A439C-D301-4EC4-94C9-37FB8BFDFADE}"/>
              </a:ext>
            </a:extLst>
          </p:cNvPr>
          <p:cNvCxnSpPr/>
          <p:nvPr/>
        </p:nvCxnSpPr>
        <p:spPr>
          <a:xfrm flipH="1" flipV="1">
            <a:off x="6213460" y="2693019"/>
            <a:ext cx="695092" cy="646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C6D33326-9AB4-72B2-F93C-519D4FB8A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7" y="4342120"/>
            <a:ext cx="8058146" cy="17906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164F74F-C499-5229-63C7-A55E7BCEB3AF}"/>
                  </a:ext>
                </a:extLst>
              </p14:cNvPr>
              <p14:cNvContentPartPr/>
              <p14:nvPr/>
            </p14:nvContentPartPr>
            <p14:xfrm>
              <a:off x="4483880" y="4560600"/>
              <a:ext cx="548244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164F74F-C499-5229-63C7-A55E7BCEB3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29880" y="4452960"/>
                <a:ext cx="559008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41604066-95BA-8A6D-E3C7-1475B2069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1720" y="1579563"/>
            <a:ext cx="1844040" cy="10058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ACD8004-25E0-8704-E311-87A3DC60FA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4540" y="2800980"/>
            <a:ext cx="231648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21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5B7ED115EF04980BBFAFC51672553" ma:contentTypeVersion="9" ma:contentTypeDescription="Create a new document." ma:contentTypeScope="" ma:versionID="43a679fe5cbd3b1dc01cea5b3bb6a16a">
  <xsd:schema xmlns:xsd="http://www.w3.org/2001/XMLSchema" xmlns:xs="http://www.w3.org/2001/XMLSchema" xmlns:p="http://schemas.microsoft.com/office/2006/metadata/properties" xmlns:ns3="070f1269-45c1-4463-99ba-5dc4e57c7dff" xmlns:ns4="7bf50b4b-6300-445a-aea1-306a2291592c" targetNamespace="http://schemas.microsoft.com/office/2006/metadata/properties" ma:root="true" ma:fieldsID="b0963d0390b393dc53bf13ff5a8315f4" ns3:_="" ns4:_="">
    <xsd:import namespace="070f1269-45c1-4463-99ba-5dc4e57c7dff"/>
    <xsd:import namespace="7bf50b4b-6300-445a-aea1-306a229159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f1269-45c1-4463-99ba-5dc4e57c7d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50b4b-6300-445a-aea1-306a229159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0f1269-45c1-4463-99ba-5dc4e57c7dff" xsi:nil="true"/>
  </documentManagement>
</p:properties>
</file>

<file path=customXml/itemProps1.xml><?xml version="1.0" encoding="utf-8"?>
<ds:datastoreItem xmlns:ds="http://schemas.openxmlformats.org/officeDocument/2006/customXml" ds:itemID="{D366865A-9A3D-46D2-AAD6-F815DCFE17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75E24B-83FB-4AEA-B3DB-F7640AA1C4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f1269-45c1-4463-99ba-5dc4e57c7dff"/>
    <ds:schemaRef ds:uri="7bf50b4b-6300-445a-aea1-306a229159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15AE1BC-9B38-4EE9-AC14-16DF5A8970C2}">
  <ds:schemaRefs>
    <ds:schemaRef ds:uri="7bf50b4b-6300-445a-aea1-306a2291592c"/>
    <ds:schemaRef ds:uri="070f1269-45c1-4463-99ba-5dc4e57c7dff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104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Network motif comparisons</vt:lpstr>
      <vt:lpstr>Feed Forward Loop with1 autoregulated gene</vt:lpstr>
      <vt:lpstr>Mutual in with 1 autoregulated gene</vt:lpstr>
      <vt:lpstr>Feed Backward Loop w/ 1 autoregulated gene</vt:lpstr>
      <vt:lpstr>Bimutual</vt:lpstr>
      <vt:lpstr>Regulated mutual</vt:lpstr>
      <vt:lpstr>Mutual cascade</vt:lpstr>
      <vt:lpstr>Mutual out with 1 autoregulated gene</vt:lpstr>
      <vt:lpstr>Regulating mutual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Chun, Nikki</dc:creator>
  <cp:lastModifiedBy>Chun, Nikki</cp:lastModifiedBy>
  <cp:revision>2</cp:revision>
  <dcterms:created xsi:type="dcterms:W3CDTF">2024-09-16T15:22:16Z</dcterms:created>
  <dcterms:modified xsi:type="dcterms:W3CDTF">2025-11-04T22:28:41Z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0x0101008DB5B7ED115EF04980BBFAFC51672553</vt:lpwstr>
  </property>
</Properties>
</file>