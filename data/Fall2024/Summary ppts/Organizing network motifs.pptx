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57" r:id="rId27"/>
    <p:sldId id="287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9B3F9-16A5-4844-883A-69E075310536}" v="62" dt="2024-11-21T04:54:25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030D-EBF9-72AB-0E45-09AB7660D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74263-47BC-33CD-45D4-B9021BEF9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DF2B9-3198-0696-3EDC-36004DD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4DB89-E348-411B-9843-AECBDB5A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FDC71-1839-5885-95A2-BAEF0C2A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6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FB45-DEA2-3069-60F6-9CEE21E8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1622-980A-5FA4-8992-DA97BF285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FFC20-D00A-0B58-BDA2-7F1B8652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FBC70-440D-DD28-DB54-460A630B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B29E-26B8-86EE-7534-520F9C01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4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5442-9BB7-5E81-087C-5F984A8E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F9966-F20C-5A7A-4677-4038FA522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11934-1155-B08F-30ED-21291E47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AB75C-77EF-CC8B-2946-B0D6A8C4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9A5D-8BD9-2D02-DFA3-74A4FAB0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0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8726-3AC1-8BA4-0F8C-0DBD19CF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AE907-868A-6010-5D14-1F5972741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ABFC5-59B4-52D8-B9E8-771724B0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79320-1E75-2CD8-D49E-E7DE3579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77A3A-7319-ADFC-92A3-779DFDAE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E42E2-E855-19E8-C3E6-9588C8B7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33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7817-7B65-0F4B-FEFC-91023439A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4D33F-97D6-D00D-F54D-A46CD82B1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47FE-233A-A7B6-051F-8AD61C6ED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5F736-C4CB-A3C0-9748-9DF5E4672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74B19-8801-67A0-0BEE-7FA297C09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DFD26-CEE8-977C-3E13-FEC1B94B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701DA-526D-6F94-0C8D-7136D3E8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59AE7-3A17-B8A8-A52E-F6334946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AB00-BE33-5023-B03D-56DED41F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DFF2D-23AD-5098-BF01-C869AC79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B5850-B839-8368-5404-0F7A8BE2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B6448-224A-CFFB-34E3-224044D4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CFD81-9732-CCA7-AE9C-E1E4A4EF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D594DF-503F-0AED-873B-60DAEA27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594EB-F760-8F0F-BEBA-DFE818C8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2F34-E01B-3EFE-4AB6-C12BC543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7E59-2E6D-0A04-BA07-C6EFC1D4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31AF2-E8CD-07F5-350A-BA4B82F80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DF459-44CE-EC2C-BFBB-561A6808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5B62F-C824-88DB-0902-C5F35AF8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D2F9D-1CB0-82C9-D232-1662C2DE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8737-75C4-B49E-C0EE-D1E65565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BFE639-2213-7455-E7BC-F4FD157F6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B651F-45F2-8FBB-3E39-B56470141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15EB0-0F78-2DB4-9CDB-0696F8D0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1584-8B79-078F-86F5-F76AA104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59106-1A4C-6806-D4BF-B3CF0E65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51E0-E4A8-C296-9747-A06C7B02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FC4D9-870F-4F8C-9BE1-8F261ABFD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CB131-2C1B-09D7-1F5C-F9E39972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F5DA-C83B-1AC9-4940-9B6C107C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284B6-5909-1AF6-2A78-7B567C36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2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E3396-9D72-1D72-156A-5B99506F9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BC592-3707-E308-8996-0F9DA643C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C39C-7AC9-7EA4-34FE-48C5FE6E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22FD0-4EA2-5BB3-4009-8B17C960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D484F-4A02-486E-091C-23B2F4B8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1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D8AE3-1D50-B9C1-A1B8-878C130A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5FAF8-5CBC-B9A5-9766-627EBC2A4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A335-6431-97CA-0734-2E3AF02C1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77677-AE88-497D-A09E-6ED12B2C80B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F684-D49D-3314-00E1-2A8E87BCB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AFCE-E402-CB74-4769-3CFDFC2BA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18B25-8F58-4B0D-9234-F2305AAFC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9EE8-5FE5-E8EB-6431-DF347415B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Motifs and LSE</a:t>
            </a:r>
          </a:p>
        </p:txBody>
      </p:sp>
    </p:spTree>
    <p:extLst>
      <p:ext uri="{BB962C8B-B14F-4D97-AF65-F5344CB8AC3E}">
        <p14:creationId xmlns:p14="http://schemas.microsoft.com/office/powerpoint/2010/main" val="284658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000E9-80AC-6BA9-E462-1F006FBE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7" y="393699"/>
            <a:ext cx="11721585" cy="588433"/>
          </a:xfrm>
          <a:prstGeom prst="rect">
            <a:avLst/>
          </a:prstGeom>
        </p:spPr>
      </p:pic>
      <p:pic>
        <p:nvPicPr>
          <p:cNvPr id="7" name="Picture 6" descr="A diagram of a gene&#10;&#10;Description automatically generated">
            <a:extLst>
              <a:ext uri="{FF2B5EF4-FFF2-40B4-BE49-F238E27FC236}">
                <a16:creationId xmlns:a16="http://schemas.microsoft.com/office/drawing/2014/main" id="{A4DB8ED3-4810-3073-685D-D14DC2439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04" y="1301834"/>
            <a:ext cx="7811590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0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6804-954D-1B52-9AC0-F168791F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405839-E75D-038D-892A-B777E6D1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49E161-ED77-7CC6-62E5-27A1502B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1" y="537210"/>
            <a:ext cx="11092375" cy="289560"/>
          </a:xfrm>
          <a:prstGeom prst="rect">
            <a:avLst/>
          </a:prstGeom>
        </p:spPr>
      </p:pic>
      <p:pic>
        <p:nvPicPr>
          <p:cNvPr id="10" name="Picture 9" descr="A diagram of a gene sequence&#10;&#10;Description automatically generated">
            <a:extLst>
              <a:ext uri="{FF2B5EF4-FFF2-40B4-BE49-F238E27FC236}">
                <a16:creationId xmlns:a16="http://schemas.microsoft.com/office/drawing/2014/main" id="{3520E24D-CAF6-09CF-721B-6818FC16E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35" y="1864585"/>
            <a:ext cx="608732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70FB-D16E-1D36-FEEA-B4002A715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5289CB-0D87-B058-64DB-1732083AE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A3B46D-0000-4F44-5773-5D592657C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90B942BD-33CE-0E71-F2E0-1E4903B8C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994" y="1347465"/>
            <a:ext cx="687801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3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D240F-8D09-72A1-1C2F-9C2C9CE2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9763E7-93E3-5941-F702-E1B36972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3CC205-524D-B42C-3CAA-4987DD0EB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9C1EDEBE-BC6F-4ACC-BBA8-3C4F2C63D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362" y="1635994"/>
            <a:ext cx="6973273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5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E11B-FA8D-9F4D-72F1-1113C504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9A9E94-ED31-5A1A-6CF9-1E19E2527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D70DE5-7795-324C-09DA-099D4CB1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499956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 sequence&#10;&#10;Description automatically generated">
            <a:extLst>
              <a:ext uri="{FF2B5EF4-FFF2-40B4-BE49-F238E27FC236}">
                <a16:creationId xmlns:a16="http://schemas.microsoft.com/office/drawing/2014/main" id="{CC37B085-EA01-0215-C5C8-C26749951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89" y="1209365"/>
            <a:ext cx="6592220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0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B252-20DF-697C-0B70-FD937A69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646CB9-8B11-6147-2A52-1932FBA9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54D9F6-C4F3-EFAA-F141-BB7C242A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 sequence&#10;&#10;Description automatically generated">
            <a:extLst>
              <a:ext uri="{FF2B5EF4-FFF2-40B4-BE49-F238E27FC236}">
                <a16:creationId xmlns:a16="http://schemas.microsoft.com/office/drawing/2014/main" id="{BF0DB29C-E813-1DE7-7CE3-1F41EAD85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4" y="1773409"/>
            <a:ext cx="724001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4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0EB3-B1C5-2384-C2F1-DEC2BB8F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C4610-63A4-9887-8E99-31C0F5AB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4EB5A7-28AC-2AC3-5F5E-73B1624F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D52659D6-8D81-7C68-5135-A1A5A7FBB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467" y="1484911"/>
            <a:ext cx="6897063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9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2BC6-6A58-F35A-10C3-E519AC18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F9E62-D1E3-7FD0-4F43-82E1C769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842EF7-75D9-017D-456F-DCD7F8CA0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485563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E85530A1-368C-D6ED-307F-BD8D2D8C7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652" y="1199839"/>
            <a:ext cx="694469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C4B0-E45C-2355-9EC8-7A831F5C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AAA4D-A1D5-205E-EFAF-52FF0C22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6F8B73-0497-58E9-20A6-BAA2A58B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55DF1157-B9DA-E587-5284-D0E9D7E6A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232" y="1380839"/>
            <a:ext cx="6887536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5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E17E-AFCB-907A-0F2D-AFBB3F29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F0C430-DEF6-1D56-2DA7-F6307BCC9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57BA73-129F-072F-B429-DA132A0C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EDF67589-0B25-3AEE-3D81-43C8C02C1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179" y="1642813"/>
            <a:ext cx="656364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7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64C7-5741-C999-FABE-C17C19C6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6920CE-7426-D31A-475B-662B0EA8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35C054-D06C-382D-D80F-937E0A194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3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C5D0573E-8D5C-1BA6-F735-AF6CB12B3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496" y="937865"/>
            <a:ext cx="5611008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20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A97A-9ACC-DAE6-3F26-AAF7BBDD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829F92-4724-70F7-8E5A-36BBE40DA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FB3D82-BD18-920B-52AD-163108B74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dna helix&#10;&#10;Description automatically generated with medium confidence">
            <a:extLst>
              <a:ext uri="{FF2B5EF4-FFF2-40B4-BE49-F238E27FC236}">
                <a16:creationId xmlns:a16="http://schemas.microsoft.com/office/drawing/2014/main" id="{AFABC44E-9847-8707-E858-1E6318AC9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364" y="1761892"/>
            <a:ext cx="6249272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3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C865-6AEA-BE10-65DF-28FFADD1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C3A9EC-8D3C-DDFC-A536-F14F9277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B10FCC-7DB1-5841-AA41-BFD7CDD7C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0" y="5245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red and blue line&#10;&#10;Description automatically generated">
            <a:extLst>
              <a:ext uri="{FF2B5EF4-FFF2-40B4-BE49-F238E27FC236}">
                <a16:creationId xmlns:a16="http://schemas.microsoft.com/office/drawing/2014/main" id="{FE290254-BCE7-D388-E9F6-0368243B2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73" y="956917"/>
            <a:ext cx="7363853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09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ED31-86F5-CB22-1687-ED2CAC4F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2B34CD-8274-3C10-78FA-C251FF5A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49E488-5310-80EB-D4B0-578B0B53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red circle with a blue line&#10;&#10;Description automatically generated">
            <a:extLst>
              <a:ext uri="{FF2B5EF4-FFF2-40B4-BE49-F238E27FC236}">
                <a16:creationId xmlns:a16="http://schemas.microsoft.com/office/drawing/2014/main" id="{49B1DC2C-C2BE-E3C4-C833-010969484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784" y="1704734"/>
            <a:ext cx="703043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3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3192-D0FE-E389-974C-D57703B5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9EADC-BD6C-FFBA-04C6-537FA0A3F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F39938-98AC-B0FA-E9D6-CAD3BFF4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576EBF80-2953-85FB-31ED-C67F4BC0C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89" y="842601"/>
            <a:ext cx="7678222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11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CABC-3059-30F6-43BF-6837884A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958D72-3DC0-D764-3957-6C5831C9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D1F87E-07CB-F5FC-21D6-E12BA749C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 sequence&#10;&#10;Description automatically generated">
            <a:extLst>
              <a:ext uri="{FF2B5EF4-FFF2-40B4-BE49-F238E27FC236}">
                <a16:creationId xmlns:a16="http://schemas.microsoft.com/office/drawing/2014/main" id="{9B217EE0-60A2-2263-835E-9BC8E9E2C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732" y="1314155"/>
            <a:ext cx="5982535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2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B081-595E-0C6F-8A71-4B7CEEF8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EE5E6-81EC-026C-EBCD-6DF839086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8C485E-0BDC-A3FC-A188-D00ABB9B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61D4623E-19C1-6CD8-47E4-46432EBF1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74" y="1566602"/>
            <a:ext cx="6458851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65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D36C-5F45-C72E-4517-A3F5B88D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9B9A02-EC88-4CC2-6343-AC21581C3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024E46-3789-29AD-7FF3-3ADE0016B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869A4094-0329-5763-DEC5-5C8524AD0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258" y="1576129"/>
            <a:ext cx="668748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83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113A-F417-8AFD-CBE5-5620834D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6F20DB-D801-CA8A-0BD7-165EEA20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85CB3E-37C2-C324-23F9-CBBF8AF7C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CFBD3148-3C93-A1E6-184E-FE4860F0C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74" y="1433234"/>
            <a:ext cx="645885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62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AF54-79EC-C7DF-C7CC-CB8B85E6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A1C7D3-F294-5DAA-4AE2-36D51567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8600BB-1A37-FDE2-21FA-1C3B904FA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2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dna helix&#10;&#10;Description automatically generated">
            <a:extLst>
              <a:ext uri="{FF2B5EF4-FFF2-40B4-BE49-F238E27FC236}">
                <a16:creationId xmlns:a16="http://schemas.microsoft.com/office/drawing/2014/main" id="{161C7583-8EC1-9711-4D34-B9BAFAB25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575" y="1823813"/>
            <a:ext cx="5734850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0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E6B13-5DB7-FC15-A50F-994E32AB1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0A65BC-CD63-A50C-0E5A-AD5137F61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" y="247650"/>
            <a:ext cx="11092376" cy="289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59AAAF-9C04-3C04-5512-22DBA890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10" y="537210"/>
            <a:ext cx="11092375" cy="289560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ACED05F0-B513-EEFF-D97E-5D9366CE2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943" y="1272144"/>
            <a:ext cx="6658114" cy="50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01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2A869-D88B-F9F6-1E0C-6BED59A4B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317" y="643466"/>
            <a:ext cx="986336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01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09AF9-66DF-7776-E501-579386DF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FFA02-54CE-87D1-7FD5-2257710A2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1" r="47032"/>
          <a:stretch>
            <a:fillRect/>
          </a:stretch>
        </p:blipFill>
        <p:spPr>
          <a:xfrm>
            <a:off x="1164317" y="890337"/>
            <a:ext cx="5224451" cy="532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59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0DF5E-1EF9-6FD4-4F04-99432450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DADD1-8486-2AC9-2F21-54E6351E9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41"/>
          <a:stretch/>
        </p:blipFill>
        <p:spPr>
          <a:xfrm>
            <a:off x="1164317" y="643466"/>
            <a:ext cx="9863365" cy="989391"/>
          </a:xfrm>
          <a:prstGeom prst="rect">
            <a:avLst/>
          </a:prstGeom>
        </p:spPr>
      </p:pic>
      <p:pic>
        <p:nvPicPr>
          <p:cNvPr id="4" name="Picture 3" descr="A diagram of a gene&#10;&#10;Description automatically generated">
            <a:extLst>
              <a:ext uri="{FF2B5EF4-FFF2-40B4-BE49-F238E27FC236}">
                <a16:creationId xmlns:a16="http://schemas.microsoft.com/office/drawing/2014/main" id="{F31BDBFE-7910-8A32-015F-F9E87164E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17" y="2314861"/>
            <a:ext cx="4902005" cy="3311843"/>
          </a:xfrm>
          <a:prstGeom prst="rect">
            <a:avLst/>
          </a:prstGeom>
        </p:spPr>
      </p:pic>
      <p:pic>
        <p:nvPicPr>
          <p:cNvPr id="6" name="Picture 5" descr="A diagram of a gene&#10;&#10;Description automatically generated">
            <a:extLst>
              <a:ext uri="{FF2B5EF4-FFF2-40B4-BE49-F238E27FC236}">
                <a16:creationId xmlns:a16="http://schemas.microsoft.com/office/drawing/2014/main" id="{0269A4DD-3D90-E6F0-441D-07A781E5F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322" y="2314861"/>
            <a:ext cx="5753266" cy="312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09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ED090-2420-5A9A-F796-7E800F0C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6DF85-D0A4-A5F7-50ED-53D02D3BA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4EF133-5F8A-8F31-4E1B-C335ECDD8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73" b="69344"/>
          <a:stretch/>
        </p:blipFill>
        <p:spPr>
          <a:xfrm>
            <a:off x="1164317" y="1132115"/>
            <a:ext cx="9863365" cy="751115"/>
          </a:xfrm>
          <a:prstGeom prst="rect">
            <a:avLst/>
          </a:prstGeom>
        </p:spPr>
      </p:pic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FD93D22F-6EF4-5D49-5644-31E35D179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60" y="2884371"/>
            <a:ext cx="2929621" cy="1967958"/>
          </a:xfrm>
          <a:prstGeom prst="rect">
            <a:avLst/>
          </a:prstGeom>
        </p:spPr>
      </p:pic>
      <p:pic>
        <p:nvPicPr>
          <p:cNvPr id="7" name="Picture 6" descr="A diagram of a dna helix&#10;&#10;Description automatically generated with medium confidence">
            <a:extLst>
              <a:ext uri="{FF2B5EF4-FFF2-40B4-BE49-F238E27FC236}">
                <a16:creationId xmlns:a16="http://schemas.microsoft.com/office/drawing/2014/main" id="{D83883DB-342C-D667-388B-189747ADD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121" y="2847336"/>
            <a:ext cx="3388394" cy="1807832"/>
          </a:xfrm>
          <a:prstGeom prst="rect">
            <a:avLst/>
          </a:prstGeom>
        </p:spPr>
      </p:pic>
      <p:pic>
        <p:nvPicPr>
          <p:cNvPr id="9" name="Picture 8" descr="A diagram of a gene sequence&#10;&#10;Description automatically generated">
            <a:extLst>
              <a:ext uri="{FF2B5EF4-FFF2-40B4-BE49-F238E27FC236}">
                <a16:creationId xmlns:a16="http://schemas.microsoft.com/office/drawing/2014/main" id="{8C49D9BD-17E2-5225-69D9-BA4A27709F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048" y="2884370"/>
            <a:ext cx="3044856" cy="196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66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6529-122B-584A-3D90-B90D4DC3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BC494-3DA5-A45E-A15C-514E1763C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150CC2-9EB3-11F0-E3D6-EE38D396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9" b="47656"/>
          <a:stretch/>
        </p:blipFill>
        <p:spPr>
          <a:xfrm>
            <a:off x="1164317" y="1132115"/>
            <a:ext cx="9863365" cy="1240972"/>
          </a:xfrm>
          <a:prstGeom prst="rect">
            <a:avLst/>
          </a:prstGeom>
        </p:spPr>
      </p:pic>
      <p:pic>
        <p:nvPicPr>
          <p:cNvPr id="5" name="Picture 4" descr="A diagram of a gene&#10;&#10;Description automatically generated">
            <a:extLst>
              <a:ext uri="{FF2B5EF4-FFF2-40B4-BE49-F238E27FC236}">
                <a16:creationId xmlns:a16="http://schemas.microsoft.com/office/drawing/2014/main" id="{45003C20-90F0-8DC9-C0D7-AEA5A2093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070" y="4757912"/>
            <a:ext cx="3129691" cy="1703388"/>
          </a:xfrm>
          <a:prstGeom prst="rect">
            <a:avLst/>
          </a:prstGeom>
        </p:spPr>
      </p:pic>
      <p:pic>
        <p:nvPicPr>
          <p:cNvPr id="7" name="Picture 6" descr="A diagram of a gene sequence&#10;&#10;Description automatically generated">
            <a:extLst>
              <a:ext uri="{FF2B5EF4-FFF2-40B4-BE49-F238E27FC236}">
                <a16:creationId xmlns:a16="http://schemas.microsoft.com/office/drawing/2014/main" id="{B9DB08CA-4FEB-4141-78F3-EAF23C4AD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073" y="4812340"/>
            <a:ext cx="3129691" cy="1741920"/>
          </a:xfrm>
          <a:prstGeom prst="rect">
            <a:avLst/>
          </a:prstGeom>
        </p:spPr>
      </p:pic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AEAFA373-3435-F69B-5EB1-2CE1356B9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991" y="2526543"/>
            <a:ext cx="2693809" cy="1729359"/>
          </a:xfrm>
          <a:prstGeom prst="rect">
            <a:avLst/>
          </a:prstGeom>
        </p:spPr>
      </p:pic>
      <p:pic>
        <p:nvPicPr>
          <p:cNvPr id="11" name="Picture 10" descr="A diagram of a gene sequence&#10;&#10;Description automatically generated">
            <a:extLst>
              <a:ext uri="{FF2B5EF4-FFF2-40B4-BE49-F238E27FC236}">
                <a16:creationId xmlns:a16="http://schemas.microsoft.com/office/drawing/2014/main" id="{1063C937-E715-187A-FE38-74DE31690E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10" y="2613170"/>
            <a:ext cx="2828378" cy="1904659"/>
          </a:xfrm>
          <a:prstGeom prst="rect">
            <a:avLst/>
          </a:prstGeom>
        </p:spPr>
      </p:pic>
      <p:pic>
        <p:nvPicPr>
          <p:cNvPr id="13" name="Picture 12" descr="A diagram of a gene&#10;&#10;Description automatically generated">
            <a:extLst>
              <a:ext uri="{FF2B5EF4-FFF2-40B4-BE49-F238E27FC236}">
                <a16:creationId xmlns:a16="http://schemas.microsoft.com/office/drawing/2014/main" id="{13F932B8-9115-1AD2-13A9-BD29D4B5AE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17" y="2526543"/>
            <a:ext cx="3129690" cy="193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46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318E-D62B-83CA-02A8-666084C6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7E78B-0C1C-4E82-C4DF-175DAA7F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70C395-EA07-1DC5-58CC-4A5E800D5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63" b="34759"/>
          <a:stretch/>
        </p:blipFill>
        <p:spPr>
          <a:xfrm>
            <a:off x="1164317" y="1132115"/>
            <a:ext cx="9863365" cy="762001"/>
          </a:xfrm>
          <a:prstGeom prst="rect">
            <a:avLst/>
          </a:prstGeom>
        </p:spPr>
      </p:pic>
      <p:pic>
        <p:nvPicPr>
          <p:cNvPr id="5" name="Picture 4" descr="A diagram of a gene&#10;&#10;Description automatically generated">
            <a:extLst>
              <a:ext uri="{FF2B5EF4-FFF2-40B4-BE49-F238E27FC236}">
                <a16:creationId xmlns:a16="http://schemas.microsoft.com/office/drawing/2014/main" id="{3EDDAF1F-63B5-A8C3-8291-405C53701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490" y="2844858"/>
            <a:ext cx="3398192" cy="2021055"/>
          </a:xfrm>
          <a:prstGeom prst="rect">
            <a:avLst/>
          </a:prstGeom>
        </p:spPr>
      </p:pic>
      <p:pic>
        <p:nvPicPr>
          <p:cNvPr id="7" name="Picture 6" descr="A diagram of a gene&#10;&#10;Description automatically generated">
            <a:extLst>
              <a:ext uri="{FF2B5EF4-FFF2-40B4-BE49-F238E27FC236}">
                <a16:creationId xmlns:a16="http://schemas.microsoft.com/office/drawing/2014/main" id="{C13C2A5F-A238-6898-90D2-7C4737B8D5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6" y="2844859"/>
            <a:ext cx="3473006" cy="2220997"/>
          </a:xfrm>
          <a:prstGeom prst="rect">
            <a:avLst/>
          </a:prstGeom>
        </p:spPr>
      </p:pic>
      <p:pic>
        <p:nvPicPr>
          <p:cNvPr id="9" name="Picture 8" descr="A diagram of a gene&#10;&#10;Description automatically generated">
            <a:extLst>
              <a:ext uri="{FF2B5EF4-FFF2-40B4-BE49-F238E27FC236}">
                <a16:creationId xmlns:a16="http://schemas.microsoft.com/office/drawing/2014/main" id="{155E2F50-C5C6-C165-633E-F9B871950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932" y="2446678"/>
            <a:ext cx="3398133" cy="301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2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8DA6-9BA5-864F-D1CF-E4EA444C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95F2C-4418-F059-7508-7C02FC5C2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65C8FF-0876-C1F0-1126-EACD8CE9B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51" b="30850"/>
          <a:stretch/>
        </p:blipFill>
        <p:spPr>
          <a:xfrm>
            <a:off x="1164316" y="1132115"/>
            <a:ext cx="9863365" cy="239487"/>
          </a:xfrm>
          <a:prstGeom prst="rect">
            <a:avLst/>
          </a:prstGeom>
        </p:spPr>
      </p:pic>
      <p:pic>
        <p:nvPicPr>
          <p:cNvPr id="5" name="Picture 4" descr="A red circle with a blue line&#10;&#10;Description automatically generated">
            <a:extLst>
              <a:ext uri="{FF2B5EF4-FFF2-40B4-BE49-F238E27FC236}">
                <a16:creationId xmlns:a16="http://schemas.microsoft.com/office/drawing/2014/main" id="{2CCDF6F3-CBEB-71D6-C34E-E4FF50233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784" y="1704734"/>
            <a:ext cx="703043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72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1A14-4510-8617-92BC-2F03FADC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68C8F-CFE1-E63C-DEBA-0EF2BA63D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7A5BAB-A77D-A559-D724-AD5EC959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4" b="26162"/>
          <a:stretch/>
        </p:blipFill>
        <p:spPr>
          <a:xfrm>
            <a:off x="1164317" y="1132115"/>
            <a:ext cx="9863365" cy="250372"/>
          </a:xfrm>
          <a:prstGeom prst="rect">
            <a:avLst/>
          </a:prstGeom>
        </p:spPr>
      </p:pic>
      <p:pic>
        <p:nvPicPr>
          <p:cNvPr id="5" name="Picture 4" descr="A diagram of a gene&#10;&#10;Description automatically generated">
            <a:extLst>
              <a:ext uri="{FF2B5EF4-FFF2-40B4-BE49-F238E27FC236}">
                <a16:creationId xmlns:a16="http://schemas.microsoft.com/office/drawing/2014/main" id="{C780A051-2E0B-A967-1AB3-FF075FA33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258" y="1919388"/>
            <a:ext cx="6375483" cy="42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95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433A-20EA-D876-AC0B-BDB9E462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379A9-5C42-1C73-0A08-9F944C384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CD5507-B2FD-2178-6018-3F18C992E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48" b="4277"/>
          <a:stretch/>
        </p:blipFill>
        <p:spPr>
          <a:xfrm>
            <a:off x="1164317" y="1141792"/>
            <a:ext cx="9863365" cy="1240972"/>
          </a:xfrm>
          <a:prstGeom prst="rect">
            <a:avLst/>
          </a:prstGeom>
        </p:spPr>
      </p:pic>
      <p:pic>
        <p:nvPicPr>
          <p:cNvPr id="5" name="Picture 4" descr="A diagram of a gene sequence&#10;&#10;Description automatically generated">
            <a:extLst>
              <a:ext uri="{FF2B5EF4-FFF2-40B4-BE49-F238E27FC236}">
                <a16:creationId xmlns:a16="http://schemas.microsoft.com/office/drawing/2014/main" id="{97019357-636D-A8BB-2F4F-F0F8DB269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35" y="4755802"/>
            <a:ext cx="2871421" cy="2030113"/>
          </a:xfrm>
          <a:prstGeom prst="rect">
            <a:avLst/>
          </a:prstGeom>
        </p:spPr>
      </p:pic>
      <p:pic>
        <p:nvPicPr>
          <p:cNvPr id="7" name="Picture 6" descr="A diagram of a gene&#10;&#10;Description automatically generated">
            <a:extLst>
              <a:ext uri="{FF2B5EF4-FFF2-40B4-BE49-F238E27FC236}">
                <a16:creationId xmlns:a16="http://schemas.microsoft.com/office/drawing/2014/main" id="{12AFDD7A-F293-6416-4398-444EFCCF8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534" y="2639729"/>
            <a:ext cx="2871421" cy="2177312"/>
          </a:xfrm>
          <a:prstGeom prst="rect">
            <a:avLst/>
          </a:prstGeom>
        </p:spPr>
      </p:pic>
      <p:pic>
        <p:nvPicPr>
          <p:cNvPr id="9" name="Picture 8" descr="A diagram of a gene&#10;&#10;Description automatically generated">
            <a:extLst>
              <a:ext uri="{FF2B5EF4-FFF2-40B4-BE49-F238E27FC236}">
                <a16:creationId xmlns:a16="http://schemas.microsoft.com/office/drawing/2014/main" id="{8D369333-CEFC-4E97-756F-679813261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219" y="4848604"/>
            <a:ext cx="3100037" cy="1787780"/>
          </a:xfrm>
          <a:prstGeom prst="rect">
            <a:avLst/>
          </a:prstGeom>
        </p:spPr>
      </p:pic>
      <p:pic>
        <p:nvPicPr>
          <p:cNvPr id="11" name="Picture 10" descr="A diagram of a red and blue line&#10;&#10;Description automatically generated">
            <a:extLst>
              <a:ext uri="{FF2B5EF4-FFF2-40B4-BE49-F238E27FC236}">
                <a16:creationId xmlns:a16="http://schemas.microsoft.com/office/drawing/2014/main" id="{406EE8AA-BD49-8DE8-7DF7-38BFD70486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795" y="2639730"/>
            <a:ext cx="3151684" cy="2116072"/>
          </a:xfrm>
          <a:prstGeom prst="rect">
            <a:avLst/>
          </a:prstGeom>
        </p:spPr>
      </p:pic>
      <p:pic>
        <p:nvPicPr>
          <p:cNvPr id="13" name="Picture 12" descr="A diagram of a gene&#10;&#10;Description automatically generated">
            <a:extLst>
              <a:ext uri="{FF2B5EF4-FFF2-40B4-BE49-F238E27FC236}">
                <a16:creationId xmlns:a16="http://schemas.microsoft.com/office/drawing/2014/main" id="{BBE8CB07-E718-862E-354C-0A8924C2F5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17" y="2858862"/>
            <a:ext cx="3209772" cy="17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1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35EC-B7C9-76C8-F5D2-3FC2597D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F767A-B254-FE87-32EA-79CD16B23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9"/>
          <a:stretch/>
        </p:blipFill>
        <p:spPr>
          <a:xfrm>
            <a:off x="1164317" y="643467"/>
            <a:ext cx="9863365" cy="48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841415-6276-7D49-70C1-FAEB0BD8C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32"/>
          <a:stretch/>
        </p:blipFill>
        <p:spPr>
          <a:xfrm>
            <a:off x="1164317" y="1132115"/>
            <a:ext cx="9863365" cy="260047"/>
          </a:xfrm>
          <a:prstGeom prst="rect">
            <a:avLst/>
          </a:prstGeom>
        </p:spPr>
      </p:pic>
      <p:pic>
        <p:nvPicPr>
          <p:cNvPr id="5" name="Picture 4" descr="A diagram of a dna helix&#10;&#10;Description automatically generated">
            <a:extLst>
              <a:ext uri="{FF2B5EF4-FFF2-40B4-BE49-F238E27FC236}">
                <a16:creationId xmlns:a16="http://schemas.microsoft.com/office/drawing/2014/main" id="{01485071-1968-0F8E-136A-BE3569C1A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575" y="1823813"/>
            <a:ext cx="5734850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6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Props1.xml><?xml version="1.0" encoding="utf-8"?>
<ds:datastoreItem xmlns:ds="http://schemas.openxmlformats.org/officeDocument/2006/customXml" ds:itemID="{89A4B987-5593-4A0A-A430-B166E44D50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9CC27F-368C-4816-98BF-D7B8025BA9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1217B5-A10C-4B45-BC97-29E8C2D2198E}">
  <ds:schemaRefs>
    <ds:schemaRef ds:uri="http://purl.org/dc/elements/1.1/"/>
    <ds:schemaRef ds:uri="http://purl.org/dc/dcmitype/"/>
    <ds:schemaRef ds:uri="http://schemas.microsoft.com/office/2006/documentManagement/types"/>
    <ds:schemaRef ds:uri="7bf50b4b-6300-445a-aea1-306a2291592c"/>
    <ds:schemaRef ds:uri="070f1269-45c1-4463-99ba-5dc4e57c7dff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4501</TotalTime>
  <Words>4</Words>
  <Application>Microsoft Office PowerPoint</Application>
  <PresentationFormat>Widescreen</PresentationFormat>
  <Paragraphs>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Network Motifs and 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2</cp:revision>
  <dcterms:created xsi:type="dcterms:W3CDTF">2024-11-11T16:36:27Z</dcterms:created>
  <dcterms:modified xsi:type="dcterms:W3CDTF">2025-11-04T22:24:55Z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