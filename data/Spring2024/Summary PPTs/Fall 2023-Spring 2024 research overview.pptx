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4"/>
  </p:notesMasterIdLst>
  <p:handoutMasterIdLst>
    <p:handoutMasterId r:id="rId25"/>
  </p:handoutMasterIdLst>
  <p:sldIdLst>
    <p:sldId id="356" r:id="rId5"/>
    <p:sldId id="366" r:id="rId6"/>
    <p:sldId id="375" r:id="rId7"/>
    <p:sldId id="370" r:id="rId8"/>
    <p:sldId id="376" r:id="rId9"/>
    <p:sldId id="377" r:id="rId10"/>
    <p:sldId id="371" r:id="rId11"/>
    <p:sldId id="372" r:id="rId12"/>
    <p:sldId id="373" r:id="rId13"/>
    <p:sldId id="374" r:id="rId14"/>
    <p:sldId id="350" r:id="rId15"/>
    <p:sldId id="360" r:id="rId16"/>
    <p:sldId id="357" r:id="rId17"/>
    <p:sldId id="361" r:id="rId18"/>
    <p:sldId id="358" r:id="rId19"/>
    <p:sldId id="368" r:id="rId20"/>
    <p:sldId id="365" r:id="rId21"/>
    <p:sldId id="362" r:id="rId22"/>
    <p:sldId id="3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 id="{EF433429-2F12-216C-FA41-899C2C5AB38D}" name="Chun, Nikki" initials="CN" userId="S::nchun2@lion.lmu.edu::23a9dea9-b5fb-4c75-a250-ed91f1fe31c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85E600-B3F6-4F73-838B-73A9AC495F9E}" v="143" dt="2024-05-31T20:08:58.975"/>
  </p1510:revLst>
</p1510:revInfo>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928" autoAdjust="0"/>
  </p:normalViewPr>
  <p:slideViewPr>
    <p:cSldViewPr snapToGrid="0">
      <p:cViewPr varScale="1">
        <p:scale>
          <a:sx n="79" d="100"/>
          <a:sy n="79" d="100"/>
        </p:scale>
        <p:origin x="773" y="72"/>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n, Nikki" userId="23a9dea9-b5fb-4c75-a250-ed91f1fe31cc" providerId="ADAL" clId="{3985E600-B3F6-4F73-838B-73A9AC495F9E}"/>
    <pc:docChg chg="undo custSel addSld delSld modSld sldOrd">
      <pc:chgData name="Chun, Nikki" userId="23a9dea9-b5fb-4c75-a250-ed91f1fe31cc" providerId="ADAL" clId="{3985E600-B3F6-4F73-838B-73A9AC495F9E}" dt="2024-05-31T20:10:14.508" v="7095" actId="20577"/>
      <pc:docMkLst>
        <pc:docMk/>
      </pc:docMkLst>
      <pc:sldChg chg="modSp mod">
        <pc:chgData name="Chun, Nikki" userId="23a9dea9-b5fb-4c75-a250-ed91f1fe31cc" providerId="ADAL" clId="{3985E600-B3F6-4F73-838B-73A9AC495F9E}" dt="2024-05-29T19:14:08.199" v="3896" actId="20577"/>
        <pc:sldMkLst>
          <pc:docMk/>
          <pc:sldMk cId="485500553" sldId="350"/>
        </pc:sldMkLst>
        <pc:spChg chg="mod">
          <ac:chgData name="Chun, Nikki" userId="23a9dea9-b5fb-4c75-a250-ed91f1fe31cc" providerId="ADAL" clId="{3985E600-B3F6-4F73-838B-73A9AC495F9E}" dt="2024-05-29T19:14:08.199" v="3896" actId="20577"/>
          <ac:spMkLst>
            <pc:docMk/>
            <pc:sldMk cId="485500553" sldId="350"/>
            <ac:spMk id="9" creationId="{C69CC98A-13B9-DAED-1898-477158789855}"/>
          </ac:spMkLst>
        </pc:spChg>
      </pc:sldChg>
      <pc:sldChg chg="del">
        <pc:chgData name="Chun, Nikki" userId="23a9dea9-b5fb-4c75-a250-ed91f1fe31cc" providerId="ADAL" clId="{3985E600-B3F6-4F73-838B-73A9AC495F9E}" dt="2024-05-24T23:20:47.945" v="611" actId="47"/>
        <pc:sldMkLst>
          <pc:docMk/>
          <pc:sldMk cId="2595549996" sldId="353"/>
        </pc:sldMkLst>
      </pc:sldChg>
      <pc:sldChg chg="del">
        <pc:chgData name="Chun, Nikki" userId="23a9dea9-b5fb-4c75-a250-ed91f1fe31cc" providerId="ADAL" clId="{3985E600-B3F6-4F73-838B-73A9AC495F9E}" dt="2024-05-24T23:20:49.181" v="612" actId="47"/>
        <pc:sldMkLst>
          <pc:docMk/>
          <pc:sldMk cId="3574082888" sldId="355"/>
        </pc:sldMkLst>
      </pc:sldChg>
      <pc:sldChg chg="modSp mod">
        <pc:chgData name="Chun, Nikki" userId="23a9dea9-b5fb-4c75-a250-ed91f1fe31cc" providerId="ADAL" clId="{3985E600-B3F6-4F73-838B-73A9AC495F9E}" dt="2024-05-24T22:55:13.376" v="266"/>
        <pc:sldMkLst>
          <pc:docMk/>
          <pc:sldMk cId="1214735462" sldId="357"/>
        </pc:sldMkLst>
        <pc:spChg chg="mod">
          <ac:chgData name="Chun, Nikki" userId="23a9dea9-b5fb-4c75-a250-ed91f1fe31cc" providerId="ADAL" clId="{3985E600-B3F6-4F73-838B-73A9AC495F9E}" dt="2024-05-24T22:55:13.376" v="266"/>
          <ac:spMkLst>
            <pc:docMk/>
            <pc:sldMk cId="1214735462" sldId="357"/>
            <ac:spMk id="3" creationId="{89652A1E-B3F7-E1B2-76ED-8F78E74B9EA9}"/>
          </ac:spMkLst>
        </pc:spChg>
      </pc:sldChg>
      <pc:sldChg chg="addSp delSp modSp add del mod">
        <pc:chgData name="Chun, Nikki" userId="23a9dea9-b5fb-4c75-a250-ed91f1fe31cc" providerId="ADAL" clId="{3985E600-B3F6-4F73-838B-73A9AC495F9E}" dt="2024-05-25T00:31:29.431" v="938" actId="478"/>
        <pc:sldMkLst>
          <pc:docMk/>
          <pc:sldMk cId="3757711276" sldId="358"/>
        </pc:sldMkLst>
        <pc:spChg chg="mod">
          <ac:chgData name="Chun, Nikki" userId="23a9dea9-b5fb-4c75-a250-ed91f1fe31cc" providerId="ADAL" clId="{3985E600-B3F6-4F73-838B-73A9AC495F9E}" dt="2024-05-24T23:19:43.949" v="585" actId="20577"/>
          <ac:spMkLst>
            <pc:docMk/>
            <pc:sldMk cId="3757711276" sldId="358"/>
            <ac:spMk id="3" creationId="{89652A1E-B3F7-E1B2-76ED-8F78E74B9EA9}"/>
          </ac:spMkLst>
        </pc:spChg>
        <pc:spChg chg="mod">
          <ac:chgData name="Chun, Nikki" userId="23a9dea9-b5fb-4c75-a250-ed91f1fe31cc" providerId="ADAL" clId="{3985E600-B3F6-4F73-838B-73A9AC495F9E}" dt="2024-05-24T23:21:37.819" v="690" actId="27636"/>
          <ac:spMkLst>
            <pc:docMk/>
            <pc:sldMk cId="3757711276" sldId="358"/>
            <ac:spMk id="9" creationId="{C69CC98A-13B9-DAED-1898-477158789855}"/>
          </ac:spMkLst>
        </pc:spChg>
        <pc:graphicFrameChg chg="add del mod modGraphic">
          <ac:chgData name="Chun, Nikki" userId="23a9dea9-b5fb-4c75-a250-ed91f1fe31cc" providerId="ADAL" clId="{3985E600-B3F6-4F73-838B-73A9AC495F9E}" dt="2024-05-25T00:31:29.431" v="938" actId="478"/>
          <ac:graphicFrameMkLst>
            <pc:docMk/>
            <pc:sldMk cId="3757711276" sldId="358"/>
            <ac:graphicFrameMk id="4" creationId="{9DA25FA7-1559-5E3F-5978-707F9EB3018D}"/>
          </ac:graphicFrameMkLst>
        </pc:graphicFrameChg>
      </pc:sldChg>
      <pc:sldChg chg="del">
        <pc:chgData name="Chun, Nikki" userId="23a9dea9-b5fb-4c75-a250-ed91f1fe31cc" providerId="ADAL" clId="{3985E600-B3F6-4F73-838B-73A9AC495F9E}" dt="2024-05-24T23:20:55.939" v="613" actId="47"/>
        <pc:sldMkLst>
          <pc:docMk/>
          <pc:sldMk cId="3818128366" sldId="359"/>
        </pc:sldMkLst>
      </pc:sldChg>
      <pc:sldChg chg="new del">
        <pc:chgData name="Chun, Nikki" userId="23a9dea9-b5fb-4c75-a250-ed91f1fe31cc" providerId="ADAL" clId="{3985E600-B3F6-4F73-838B-73A9AC495F9E}" dt="2024-05-24T22:26:30.795" v="2" actId="47"/>
        <pc:sldMkLst>
          <pc:docMk/>
          <pc:sldMk cId="403562530" sldId="360"/>
        </pc:sldMkLst>
      </pc:sldChg>
      <pc:sldChg chg="addSp delSp modSp new mod addCm delCm modCm">
        <pc:chgData name="Chun, Nikki" userId="23a9dea9-b5fb-4c75-a250-ed91f1fe31cc" providerId="ADAL" clId="{3985E600-B3F6-4F73-838B-73A9AC495F9E}" dt="2024-05-30T22:59:45.466" v="5649"/>
        <pc:sldMkLst>
          <pc:docMk/>
          <pc:sldMk cId="4279197943" sldId="360"/>
        </pc:sldMkLst>
        <pc:spChg chg="mod">
          <ac:chgData name="Chun, Nikki" userId="23a9dea9-b5fb-4c75-a250-ed91f1fe31cc" providerId="ADAL" clId="{3985E600-B3F6-4F73-838B-73A9AC495F9E}" dt="2024-05-24T22:42:48.898" v="234" actId="20577"/>
          <ac:spMkLst>
            <pc:docMk/>
            <pc:sldMk cId="4279197943" sldId="360"/>
            <ac:spMk id="2" creationId="{5B130F7A-25F6-CA14-635C-D251C427E665}"/>
          </ac:spMkLst>
        </pc:spChg>
        <pc:spChg chg="del">
          <ac:chgData name="Chun, Nikki" userId="23a9dea9-b5fb-4c75-a250-ed91f1fe31cc" providerId="ADAL" clId="{3985E600-B3F6-4F73-838B-73A9AC495F9E}" dt="2024-05-24T22:27:23.402" v="4" actId="22"/>
          <ac:spMkLst>
            <pc:docMk/>
            <pc:sldMk cId="4279197943" sldId="360"/>
            <ac:spMk id="3" creationId="{FED33ED8-5909-880A-0397-48D61EAC945C}"/>
          </ac:spMkLst>
        </pc:spChg>
        <pc:spChg chg="del mod">
          <ac:chgData name="Chun, Nikki" userId="23a9dea9-b5fb-4c75-a250-ed91f1fe31cc" providerId="ADAL" clId="{3985E600-B3F6-4F73-838B-73A9AC495F9E}" dt="2024-05-24T22:31:25.834" v="9" actId="3680"/>
          <ac:spMkLst>
            <pc:docMk/>
            <pc:sldMk cId="4279197943" sldId="360"/>
            <ac:spMk id="4" creationId="{4B3D85E8-C83B-77A2-376B-D0FECF663E32}"/>
          </ac:spMkLst>
        </pc:spChg>
        <pc:spChg chg="add mod">
          <ac:chgData name="Chun, Nikki" userId="23a9dea9-b5fb-4c75-a250-ed91f1fe31cc" providerId="ADAL" clId="{3985E600-B3F6-4F73-838B-73A9AC495F9E}" dt="2024-05-24T22:44:11.065" v="239" actId="1076"/>
          <ac:spMkLst>
            <pc:docMk/>
            <pc:sldMk cId="4279197943" sldId="360"/>
            <ac:spMk id="10" creationId="{26446AA6-4156-1F59-FC5E-CE084AA71CD0}"/>
          </ac:spMkLst>
        </pc:spChg>
        <pc:spChg chg="add mod">
          <ac:chgData name="Chun, Nikki" userId="23a9dea9-b5fb-4c75-a250-ed91f1fe31cc" providerId="ADAL" clId="{3985E600-B3F6-4F73-838B-73A9AC495F9E}" dt="2024-05-24T22:44:45.137" v="245" actId="1076"/>
          <ac:spMkLst>
            <pc:docMk/>
            <pc:sldMk cId="4279197943" sldId="360"/>
            <ac:spMk id="11" creationId="{D4B42A60-BEB0-FD9F-A103-7BEA3964BCB3}"/>
          </ac:spMkLst>
        </pc:spChg>
        <pc:spChg chg="add mod">
          <ac:chgData name="Chun, Nikki" userId="23a9dea9-b5fb-4c75-a250-ed91f1fe31cc" providerId="ADAL" clId="{3985E600-B3F6-4F73-838B-73A9AC495F9E}" dt="2024-05-24T22:45:23.530" v="250" actId="1076"/>
          <ac:spMkLst>
            <pc:docMk/>
            <pc:sldMk cId="4279197943" sldId="360"/>
            <ac:spMk id="12" creationId="{B4471FC2-5AA0-25A5-3A27-7B8DA344600A}"/>
          </ac:spMkLst>
        </pc:spChg>
        <pc:spChg chg="add mod">
          <ac:chgData name="Chun, Nikki" userId="23a9dea9-b5fb-4c75-a250-ed91f1fe31cc" providerId="ADAL" clId="{3985E600-B3F6-4F73-838B-73A9AC495F9E}" dt="2024-05-24T22:46:21.014" v="256" actId="1076"/>
          <ac:spMkLst>
            <pc:docMk/>
            <pc:sldMk cId="4279197943" sldId="360"/>
            <ac:spMk id="13" creationId="{0BD6FF54-664C-61DA-33B6-E1A97D6E4E38}"/>
          </ac:spMkLst>
        </pc:spChg>
        <pc:graphicFrameChg chg="add mod ord modGraphic">
          <ac:chgData name="Chun, Nikki" userId="23a9dea9-b5fb-4c75-a250-ed91f1fe31cc" providerId="ADAL" clId="{3985E600-B3F6-4F73-838B-73A9AC495F9E}" dt="2024-05-24T22:42:18.901" v="183" actId="1076"/>
          <ac:graphicFrameMkLst>
            <pc:docMk/>
            <pc:sldMk cId="4279197943" sldId="360"/>
            <ac:graphicFrameMk id="8" creationId="{E3D4FB89-C0BD-95E0-C344-6E85874F6B65}"/>
          </ac:graphicFrameMkLst>
        </pc:graphicFrameChg>
        <pc:graphicFrameChg chg="add mod modGraphic">
          <ac:chgData name="Chun, Nikki" userId="23a9dea9-b5fb-4c75-a250-ed91f1fe31cc" providerId="ADAL" clId="{3985E600-B3F6-4F73-838B-73A9AC495F9E}" dt="2024-05-29T22:16:00.756" v="5648" actId="1036"/>
          <ac:graphicFrameMkLst>
            <pc:docMk/>
            <pc:sldMk cId="4279197943" sldId="360"/>
            <ac:graphicFrameMk id="9" creationId="{03A3C7A0-1A6F-D613-7AEA-C60760CF8CD5}"/>
          </ac:graphicFrameMkLst>
        </pc:graphicFrameChg>
        <pc:picChg chg="add mod ord">
          <ac:chgData name="Chun, Nikki" userId="23a9dea9-b5fb-4c75-a250-ed91f1fe31cc" providerId="ADAL" clId="{3985E600-B3F6-4F73-838B-73A9AC495F9E}" dt="2024-05-24T22:43:06.821" v="235" actId="34135"/>
          <ac:picMkLst>
            <pc:docMk/>
            <pc:sldMk cId="4279197943" sldId="360"/>
            <ac:picMk id="7" creationId="{5DF875E9-61F8-5610-7FA5-7C5329756AF2}"/>
          </ac:picMkLst>
        </pc:picChg>
        <pc:extLst>
          <p:ext xmlns:p="http://schemas.openxmlformats.org/presentationml/2006/main" uri="{D6D511B9-2390-475A-947B-AFAB55BFBCF1}">
            <pc226:cmChg xmlns:pc226="http://schemas.microsoft.com/office/powerpoint/2022/06/main/command" chg="add del mod modRxn">
              <pc226:chgData name="Chun, Nikki" userId="23a9dea9-b5fb-4c75-a250-ed91f1fe31cc" providerId="ADAL" clId="{3985E600-B3F6-4F73-838B-73A9AC495F9E}" dt="2024-05-30T22:59:45.466" v="5649"/>
              <pc2:cmMkLst xmlns:pc2="http://schemas.microsoft.com/office/powerpoint/2019/9/main/command">
                <pc:docMk/>
                <pc:sldMk cId="4279197943" sldId="360"/>
                <pc2:cmMk id="{5EDFB1F8-C9B5-4CAC-824B-73A1243D2761}"/>
              </pc2:cmMkLst>
            </pc226:cmChg>
          </p:ext>
        </pc:extLst>
      </pc:sldChg>
      <pc:sldChg chg="addSp delSp modSp new mod">
        <pc:chgData name="Chun, Nikki" userId="23a9dea9-b5fb-4c75-a250-ed91f1fe31cc" providerId="ADAL" clId="{3985E600-B3F6-4F73-838B-73A9AC495F9E}" dt="2024-05-29T21:47:53.748" v="5151" actId="14100"/>
        <pc:sldMkLst>
          <pc:docMk/>
          <pc:sldMk cId="3674947485" sldId="361"/>
        </pc:sldMkLst>
        <pc:spChg chg="mod">
          <ac:chgData name="Chun, Nikki" userId="23a9dea9-b5fb-4c75-a250-ed91f1fe31cc" providerId="ADAL" clId="{3985E600-B3F6-4F73-838B-73A9AC495F9E}" dt="2024-05-24T23:20:11.480" v="608" actId="20577"/>
          <ac:spMkLst>
            <pc:docMk/>
            <pc:sldMk cId="3674947485" sldId="361"/>
            <ac:spMk id="2" creationId="{7916EFDE-2915-B3D3-3874-DD5FC3706F62}"/>
          </ac:spMkLst>
        </pc:spChg>
        <pc:spChg chg="del">
          <ac:chgData name="Chun, Nikki" userId="23a9dea9-b5fb-4c75-a250-ed91f1fe31cc" providerId="ADAL" clId="{3985E600-B3F6-4F73-838B-73A9AC495F9E}" dt="2024-05-24T23:01:42.747" v="270" actId="3680"/>
          <ac:spMkLst>
            <pc:docMk/>
            <pc:sldMk cId="3674947485" sldId="361"/>
            <ac:spMk id="3" creationId="{733640F6-4151-8EB2-91BE-FBC964CE7C74}"/>
          </ac:spMkLst>
        </pc:spChg>
        <pc:graphicFrameChg chg="add mod ord modGraphic">
          <ac:chgData name="Chun, Nikki" userId="23a9dea9-b5fb-4c75-a250-ed91f1fe31cc" providerId="ADAL" clId="{3985E600-B3F6-4F73-838B-73A9AC495F9E}" dt="2024-05-29T21:46:21.138" v="5148" actId="20577"/>
          <ac:graphicFrameMkLst>
            <pc:docMk/>
            <pc:sldMk cId="3674947485" sldId="361"/>
            <ac:graphicFrameMk id="5" creationId="{180524BC-B464-F349-E3FF-29DBEB7E6569}"/>
          </ac:graphicFrameMkLst>
        </pc:graphicFrameChg>
        <pc:picChg chg="add mod">
          <ac:chgData name="Chun, Nikki" userId="23a9dea9-b5fb-4c75-a250-ed91f1fe31cc" providerId="ADAL" clId="{3985E600-B3F6-4F73-838B-73A9AC495F9E}" dt="2024-05-29T21:47:53.748" v="5151" actId="14100"/>
          <ac:picMkLst>
            <pc:docMk/>
            <pc:sldMk cId="3674947485" sldId="361"/>
            <ac:picMk id="6" creationId="{7892B4E9-C17D-8FCC-33C0-0863398708C5}"/>
          </ac:picMkLst>
        </pc:picChg>
        <pc:picChg chg="add mod">
          <ac:chgData name="Chun, Nikki" userId="23a9dea9-b5fb-4c75-a250-ed91f1fe31cc" providerId="ADAL" clId="{3985E600-B3F6-4F73-838B-73A9AC495F9E}" dt="2024-05-29T21:44:23.449" v="4973" actId="1076"/>
          <ac:picMkLst>
            <pc:docMk/>
            <pc:sldMk cId="3674947485" sldId="361"/>
            <ac:picMk id="7" creationId="{B6D0D13A-BC1F-31C2-F40A-73EE59FDEA25}"/>
          </ac:picMkLst>
        </pc:picChg>
        <pc:picChg chg="add mod">
          <ac:chgData name="Chun, Nikki" userId="23a9dea9-b5fb-4c75-a250-ed91f1fe31cc" providerId="ADAL" clId="{3985E600-B3F6-4F73-838B-73A9AC495F9E}" dt="2024-05-29T21:44:26.692" v="4974" actId="1076"/>
          <ac:picMkLst>
            <pc:docMk/>
            <pc:sldMk cId="3674947485" sldId="361"/>
            <ac:picMk id="9" creationId="{50972FC5-08D8-9D87-BFE1-904349463E6A}"/>
          </ac:picMkLst>
        </pc:picChg>
      </pc:sldChg>
      <pc:sldChg chg="addSp modSp add mod">
        <pc:chgData name="Chun, Nikki" userId="23a9dea9-b5fb-4c75-a250-ed91f1fe31cc" providerId="ADAL" clId="{3985E600-B3F6-4F73-838B-73A9AC495F9E}" dt="2024-05-29T18:57:49.792" v="3347" actId="20577"/>
        <pc:sldMkLst>
          <pc:docMk/>
          <pc:sldMk cId="3724633732" sldId="362"/>
        </pc:sldMkLst>
        <pc:spChg chg="mod">
          <ac:chgData name="Chun, Nikki" userId="23a9dea9-b5fb-4c75-a250-ed91f1fe31cc" providerId="ADAL" clId="{3985E600-B3F6-4F73-838B-73A9AC495F9E}" dt="2024-05-29T18:57:49.792" v="3347" actId="20577"/>
          <ac:spMkLst>
            <pc:docMk/>
            <pc:sldMk cId="3724633732" sldId="362"/>
            <ac:spMk id="3" creationId="{89652A1E-B3F7-E1B2-76ED-8F78E74B9EA9}"/>
          </ac:spMkLst>
        </pc:spChg>
        <pc:spChg chg="mod">
          <ac:chgData name="Chun, Nikki" userId="23a9dea9-b5fb-4c75-a250-ed91f1fe31cc" providerId="ADAL" clId="{3985E600-B3F6-4F73-838B-73A9AC495F9E}" dt="2024-05-25T00:38:25.969" v="1342" actId="1076"/>
          <ac:spMkLst>
            <pc:docMk/>
            <pc:sldMk cId="3724633732" sldId="362"/>
            <ac:spMk id="9" creationId="{C69CC98A-13B9-DAED-1898-477158789855}"/>
          </ac:spMkLst>
        </pc:spChg>
        <pc:picChg chg="add mod modCrop">
          <ac:chgData name="Chun, Nikki" userId="23a9dea9-b5fb-4c75-a250-ed91f1fe31cc" providerId="ADAL" clId="{3985E600-B3F6-4F73-838B-73A9AC495F9E}" dt="2024-05-25T00:39:11.024" v="1344" actId="732"/>
          <ac:picMkLst>
            <pc:docMk/>
            <pc:sldMk cId="3724633732" sldId="362"/>
            <ac:picMk id="5" creationId="{34359BB1-E621-DF9D-DBDD-F88A6F2C2241}"/>
          </ac:picMkLst>
        </pc:picChg>
        <pc:picChg chg="add mod">
          <ac:chgData name="Chun, Nikki" userId="23a9dea9-b5fb-4c75-a250-ed91f1fe31cc" providerId="ADAL" clId="{3985E600-B3F6-4F73-838B-73A9AC495F9E}" dt="2024-05-25T00:38:54.874" v="1343" actId="1076"/>
          <ac:picMkLst>
            <pc:docMk/>
            <pc:sldMk cId="3724633732" sldId="362"/>
            <ac:picMk id="7" creationId="{47E12EE0-566D-4D47-462D-6DAE1E92D27B}"/>
          </ac:picMkLst>
        </pc:picChg>
        <pc:picChg chg="add mod">
          <ac:chgData name="Chun, Nikki" userId="23a9dea9-b5fb-4c75-a250-ed91f1fe31cc" providerId="ADAL" clId="{3985E600-B3F6-4F73-838B-73A9AC495F9E}" dt="2024-05-25T00:38:54.874" v="1343" actId="1076"/>
          <ac:picMkLst>
            <pc:docMk/>
            <pc:sldMk cId="3724633732" sldId="362"/>
            <ac:picMk id="10" creationId="{99F1F9A5-1546-635F-5E5B-051DD506423E}"/>
          </ac:picMkLst>
        </pc:picChg>
      </pc:sldChg>
      <pc:sldChg chg="addSp delSp modSp add del mod">
        <pc:chgData name="Chun, Nikki" userId="23a9dea9-b5fb-4c75-a250-ed91f1fe31cc" providerId="ADAL" clId="{3985E600-B3F6-4F73-838B-73A9AC495F9E}" dt="2024-05-25T00:31:18.003" v="937" actId="47"/>
        <pc:sldMkLst>
          <pc:docMk/>
          <pc:sldMk cId="3289154400" sldId="363"/>
        </pc:sldMkLst>
        <pc:spChg chg="add del mod">
          <ac:chgData name="Chun, Nikki" userId="23a9dea9-b5fb-4c75-a250-ed91f1fe31cc" providerId="ADAL" clId="{3985E600-B3F6-4F73-838B-73A9AC495F9E}" dt="2024-05-24T23:42:13.711" v="830" actId="478"/>
          <ac:spMkLst>
            <pc:docMk/>
            <pc:sldMk cId="3289154400" sldId="363"/>
            <ac:spMk id="6" creationId="{41049D19-209D-6FCE-8340-84E1993FD9DA}"/>
          </ac:spMkLst>
        </pc:spChg>
        <pc:spChg chg="add del">
          <ac:chgData name="Chun, Nikki" userId="23a9dea9-b5fb-4c75-a250-ed91f1fe31cc" providerId="ADAL" clId="{3985E600-B3F6-4F73-838B-73A9AC495F9E}" dt="2024-05-24T23:44:46.743" v="891" actId="22"/>
          <ac:spMkLst>
            <pc:docMk/>
            <pc:sldMk cId="3289154400" sldId="363"/>
            <ac:spMk id="10" creationId="{081224EA-A143-5230-ED04-EB13C664EAC0}"/>
          </ac:spMkLst>
        </pc:spChg>
        <pc:graphicFrameChg chg="del">
          <ac:chgData name="Chun, Nikki" userId="23a9dea9-b5fb-4c75-a250-ed91f1fe31cc" providerId="ADAL" clId="{3985E600-B3F6-4F73-838B-73A9AC495F9E}" dt="2024-05-24T23:42:04.795" v="828" actId="478"/>
          <ac:graphicFrameMkLst>
            <pc:docMk/>
            <pc:sldMk cId="3289154400" sldId="363"/>
            <ac:graphicFrameMk id="5" creationId="{180524BC-B464-F349-E3FF-29DBEB7E6569}"/>
          </ac:graphicFrameMkLst>
        </pc:graphicFrameChg>
        <pc:graphicFrameChg chg="add mod modGraphic">
          <ac:chgData name="Chun, Nikki" userId="23a9dea9-b5fb-4c75-a250-ed91f1fe31cc" providerId="ADAL" clId="{3985E600-B3F6-4F73-838B-73A9AC495F9E}" dt="2024-05-24T23:45:35.195" v="896" actId="255"/>
          <ac:graphicFrameMkLst>
            <pc:docMk/>
            <pc:sldMk cId="3289154400" sldId="363"/>
            <ac:graphicFrameMk id="11" creationId="{4FE0D333-5AEF-5AF6-FDE5-805EC6734FC0}"/>
          </ac:graphicFrameMkLst>
        </pc:graphicFrameChg>
        <pc:graphicFrameChg chg="add mod modGraphic">
          <ac:chgData name="Chun, Nikki" userId="23a9dea9-b5fb-4c75-a250-ed91f1fe31cc" providerId="ADAL" clId="{3985E600-B3F6-4F73-838B-73A9AC495F9E}" dt="2024-05-24T23:46:04.569" v="902" actId="20577"/>
          <ac:graphicFrameMkLst>
            <pc:docMk/>
            <pc:sldMk cId="3289154400" sldId="363"/>
            <ac:graphicFrameMk id="12" creationId="{53032134-37EE-8944-ECCE-2CBF509339E0}"/>
          </ac:graphicFrameMkLst>
        </pc:graphicFrameChg>
        <pc:picChg chg="del">
          <ac:chgData name="Chun, Nikki" userId="23a9dea9-b5fb-4c75-a250-ed91f1fe31cc" providerId="ADAL" clId="{3985E600-B3F6-4F73-838B-73A9AC495F9E}" dt="2024-05-24T23:42:17.415" v="831" actId="478"/>
          <ac:picMkLst>
            <pc:docMk/>
            <pc:sldMk cId="3289154400" sldId="363"/>
            <ac:picMk id="7" creationId="{B6D0D13A-BC1F-31C2-F40A-73EE59FDEA25}"/>
          </ac:picMkLst>
        </pc:picChg>
        <pc:picChg chg="del">
          <ac:chgData name="Chun, Nikki" userId="23a9dea9-b5fb-4c75-a250-ed91f1fe31cc" providerId="ADAL" clId="{3985E600-B3F6-4F73-838B-73A9AC495F9E}" dt="2024-05-24T23:42:19.161" v="832" actId="478"/>
          <ac:picMkLst>
            <pc:docMk/>
            <pc:sldMk cId="3289154400" sldId="363"/>
            <ac:picMk id="9" creationId="{50972FC5-08D8-9D87-BFE1-904349463E6A}"/>
          </ac:picMkLst>
        </pc:picChg>
      </pc:sldChg>
      <pc:sldChg chg="addSp delSp modSp add del mod">
        <pc:chgData name="Chun, Nikki" userId="23a9dea9-b5fb-4c75-a250-ed91f1fe31cc" providerId="ADAL" clId="{3985E600-B3F6-4F73-838B-73A9AC495F9E}" dt="2024-05-25T00:31:14.477" v="936" actId="47"/>
        <pc:sldMkLst>
          <pc:docMk/>
          <pc:sldMk cId="662148294" sldId="364"/>
        </pc:sldMkLst>
        <pc:graphicFrameChg chg="add mod">
          <ac:chgData name="Chun, Nikki" userId="23a9dea9-b5fb-4c75-a250-ed91f1fe31cc" providerId="ADAL" clId="{3985E600-B3F6-4F73-838B-73A9AC495F9E}" dt="2024-05-24T23:48:20.752" v="906" actId="1076"/>
          <ac:graphicFrameMkLst>
            <pc:docMk/>
            <pc:sldMk cId="662148294" sldId="364"/>
            <ac:graphicFrameMk id="3" creationId="{DD881E15-B4B3-C7FE-5F75-70AF5836F43E}"/>
          </ac:graphicFrameMkLst>
        </pc:graphicFrameChg>
        <pc:graphicFrameChg chg="mod">
          <ac:chgData name="Chun, Nikki" userId="23a9dea9-b5fb-4c75-a250-ed91f1fe31cc" providerId="ADAL" clId="{3985E600-B3F6-4F73-838B-73A9AC495F9E}" dt="2024-05-24T23:48:30.989" v="907"/>
          <ac:graphicFrameMkLst>
            <pc:docMk/>
            <pc:sldMk cId="662148294" sldId="364"/>
            <ac:graphicFrameMk id="11" creationId="{4FE0D333-5AEF-5AF6-FDE5-805EC6734FC0}"/>
          </ac:graphicFrameMkLst>
        </pc:graphicFrameChg>
        <pc:graphicFrameChg chg="del">
          <ac:chgData name="Chun, Nikki" userId="23a9dea9-b5fb-4c75-a250-ed91f1fe31cc" providerId="ADAL" clId="{3985E600-B3F6-4F73-838B-73A9AC495F9E}" dt="2024-05-24T23:46:54.157" v="904" actId="478"/>
          <ac:graphicFrameMkLst>
            <pc:docMk/>
            <pc:sldMk cId="662148294" sldId="364"/>
            <ac:graphicFrameMk id="12" creationId="{53032134-37EE-8944-ECCE-2CBF509339E0}"/>
          </ac:graphicFrameMkLst>
        </pc:graphicFrameChg>
      </pc:sldChg>
      <pc:sldChg chg="addSp delSp modSp add del mod">
        <pc:chgData name="Chun, Nikki" userId="23a9dea9-b5fb-4c75-a250-ed91f1fe31cc" providerId="ADAL" clId="{3985E600-B3F6-4F73-838B-73A9AC495F9E}" dt="2024-05-24T23:44:41.417" v="889" actId="47"/>
        <pc:sldMkLst>
          <pc:docMk/>
          <pc:sldMk cId="1065872252" sldId="364"/>
        </pc:sldMkLst>
        <pc:graphicFrameChg chg="mod modGraphic">
          <ac:chgData name="Chun, Nikki" userId="23a9dea9-b5fb-4c75-a250-ed91f1fe31cc" providerId="ADAL" clId="{3985E600-B3F6-4F73-838B-73A9AC495F9E}" dt="2024-05-24T23:44:13.598" v="884" actId="20577"/>
          <ac:graphicFrameMkLst>
            <pc:docMk/>
            <pc:sldMk cId="1065872252" sldId="364"/>
            <ac:graphicFrameMk id="5" creationId="{180524BC-B464-F349-E3FF-29DBEB7E6569}"/>
          </ac:graphicFrameMkLst>
        </pc:graphicFrameChg>
        <pc:picChg chg="add del">
          <ac:chgData name="Chun, Nikki" userId="23a9dea9-b5fb-4c75-a250-ed91f1fe31cc" providerId="ADAL" clId="{3985E600-B3F6-4F73-838B-73A9AC495F9E}" dt="2024-05-24T23:44:09.313" v="878" actId="478"/>
          <ac:picMkLst>
            <pc:docMk/>
            <pc:sldMk cId="1065872252" sldId="364"/>
            <ac:picMk id="9" creationId="{50972FC5-08D8-9D87-BFE1-904349463E6A}"/>
          </ac:picMkLst>
        </pc:picChg>
      </pc:sldChg>
      <pc:sldChg chg="addSp delSp modSp add mod">
        <pc:chgData name="Chun, Nikki" userId="23a9dea9-b5fb-4c75-a250-ed91f1fe31cc" providerId="ADAL" clId="{3985E600-B3F6-4F73-838B-73A9AC495F9E}" dt="2024-05-29T18:51:00.601" v="3305" actId="20577"/>
        <pc:sldMkLst>
          <pc:docMk/>
          <pc:sldMk cId="3143520501" sldId="365"/>
        </pc:sldMkLst>
        <pc:spChg chg="del">
          <ac:chgData name="Chun, Nikki" userId="23a9dea9-b5fb-4c75-a250-ed91f1fe31cc" providerId="ADAL" clId="{3985E600-B3F6-4F73-838B-73A9AC495F9E}" dt="2024-05-25T00:30:35.794" v="929" actId="478"/>
          <ac:spMkLst>
            <pc:docMk/>
            <pc:sldMk cId="3143520501" sldId="365"/>
            <ac:spMk id="2" creationId="{7916EFDE-2915-B3D3-3874-DD5FC3706F62}"/>
          </ac:spMkLst>
        </pc:spChg>
        <pc:spChg chg="add mod">
          <ac:chgData name="Chun, Nikki" userId="23a9dea9-b5fb-4c75-a250-ed91f1fe31cc" providerId="ADAL" clId="{3985E600-B3F6-4F73-838B-73A9AC495F9E}" dt="2024-05-29T18:51:00.601" v="3305" actId="20577"/>
          <ac:spMkLst>
            <pc:docMk/>
            <pc:sldMk cId="3143520501" sldId="365"/>
            <ac:spMk id="3" creationId="{1D059F9F-D369-FCFF-0BB7-7837719F9E0E}"/>
          </ac:spMkLst>
        </pc:spChg>
        <pc:spChg chg="add mod">
          <ac:chgData name="Chun, Nikki" userId="23a9dea9-b5fb-4c75-a250-ed91f1fe31cc" providerId="ADAL" clId="{3985E600-B3F6-4F73-838B-73A9AC495F9E}" dt="2024-05-29T18:50:54.517" v="3304" actId="20577"/>
          <ac:spMkLst>
            <pc:docMk/>
            <pc:sldMk cId="3143520501" sldId="365"/>
            <ac:spMk id="5" creationId="{513FB8EA-A9C4-99CE-9ED2-9CE7DDF13566}"/>
          </ac:spMkLst>
        </pc:spChg>
        <pc:spChg chg="add del mod">
          <ac:chgData name="Chun, Nikki" userId="23a9dea9-b5fb-4c75-a250-ed91f1fe31cc" providerId="ADAL" clId="{3985E600-B3F6-4F73-838B-73A9AC495F9E}" dt="2024-05-25T00:30:38.349" v="930" actId="478"/>
          <ac:spMkLst>
            <pc:docMk/>
            <pc:sldMk cId="3143520501" sldId="365"/>
            <ac:spMk id="13" creationId="{AED8500E-0941-907A-6E5A-7B1A6A5C646C}"/>
          </ac:spMkLst>
        </pc:spChg>
        <pc:spChg chg="add del mod">
          <ac:chgData name="Chun, Nikki" userId="23a9dea9-b5fb-4c75-a250-ed91f1fe31cc" providerId="ADAL" clId="{3985E600-B3F6-4F73-838B-73A9AC495F9E}" dt="2024-05-29T18:42:40.879" v="2674" actId="478"/>
          <ac:spMkLst>
            <pc:docMk/>
            <pc:sldMk cId="3143520501" sldId="365"/>
            <ac:spMk id="14" creationId="{91F75C0F-8CEA-9B68-9054-CBFA1CE5211C}"/>
          </ac:spMkLst>
        </pc:spChg>
        <pc:graphicFrameChg chg="del">
          <ac:chgData name="Chun, Nikki" userId="23a9dea9-b5fb-4c75-a250-ed91f1fe31cc" providerId="ADAL" clId="{3985E600-B3F6-4F73-838B-73A9AC495F9E}" dt="2024-05-25T00:28:33.282" v="909" actId="478"/>
          <ac:graphicFrameMkLst>
            <pc:docMk/>
            <pc:sldMk cId="3143520501" sldId="365"/>
            <ac:graphicFrameMk id="3" creationId="{DD881E15-B4B3-C7FE-5F75-70AF5836F43E}"/>
          </ac:graphicFrameMkLst>
        </pc:graphicFrameChg>
        <pc:graphicFrameChg chg="add mod">
          <ac:chgData name="Chun, Nikki" userId="23a9dea9-b5fb-4c75-a250-ed91f1fe31cc" providerId="ADAL" clId="{3985E600-B3F6-4F73-838B-73A9AC495F9E}" dt="2024-05-25T00:28:38.744" v="911"/>
          <ac:graphicFrameMkLst>
            <pc:docMk/>
            <pc:sldMk cId="3143520501" sldId="365"/>
            <ac:graphicFrameMk id="5" creationId="{162E5A02-6D87-741F-972D-A31ACDC69FBC}"/>
          </ac:graphicFrameMkLst>
        </pc:graphicFrameChg>
        <pc:graphicFrameChg chg="add mod">
          <ac:chgData name="Chun, Nikki" userId="23a9dea9-b5fb-4c75-a250-ed91f1fe31cc" providerId="ADAL" clId="{3985E600-B3F6-4F73-838B-73A9AC495F9E}" dt="2024-05-25T00:29:25.470" v="915"/>
          <ac:graphicFrameMkLst>
            <pc:docMk/>
            <pc:sldMk cId="3143520501" sldId="365"/>
            <ac:graphicFrameMk id="7" creationId="{1DD6EC36-A31B-384D-40A2-3ECEC0B5CF12}"/>
          </ac:graphicFrameMkLst>
        </pc:graphicFrameChg>
        <pc:graphicFrameChg chg="add mod">
          <ac:chgData name="Chun, Nikki" userId="23a9dea9-b5fb-4c75-a250-ed91f1fe31cc" providerId="ADAL" clId="{3985E600-B3F6-4F73-838B-73A9AC495F9E}" dt="2024-05-25T00:29:34.896" v="916"/>
          <ac:graphicFrameMkLst>
            <pc:docMk/>
            <pc:sldMk cId="3143520501" sldId="365"/>
            <ac:graphicFrameMk id="8" creationId="{4D9331F7-ACA0-86DE-FCFD-77FE94617328}"/>
          </ac:graphicFrameMkLst>
        </pc:graphicFrameChg>
        <pc:graphicFrameChg chg="del">
          <ac:chgData name="Chun, Nikki" userId="23a9dea9-b5fb-4c75-a250-ed91f1fe31cc" providerId="ADAL" clId="{3985E600-B3F6-4F73-838B-73A9AC495F9E}" dt="2024-05-25T00:28:36.022" v="910" actId="478"/>
          <ac:graphicFrameMkLst>
            <pc:docMk/>
            <pc:sldMk cId="3143520501" sldId="365"/>
            <ac:graphicFrameMk id="11" creationId="{4FE0D333-5AEF-5AF6-FDE5-805EC6734FC0}"/>
          </ac:graphicFrameMkLst>
        </pc:graphicFrameChg>
        <pc:picChg chg="add mod">
          <ac:chgData name="Chun, Nikki" userId="23a9dea9-b5fb-4c75-a250-ed91f1fe31cc" providerId="ADAL" clId="{3985E600-B3F6-4F73-838B-73A9AC495F9E}" dt="2024-05-29T18:46:46.037" v="2858" actId="1076"/>
          <ac:picMkLst>
            <pc:docMk/>
            <pc:sldMk cId="3143520501" sldId="365"/>
            <ac:picMk id="2" creationId="{D1327F0C-96A9-9626-A4C8-C147F1204E2A}"/>
          </ac:picMkLst>
        </pc:picChg>
        <pc:picChg chg="add del mod">
          <ac:chgData name="Chun, Nikki" userId="23a9dea9-b5fb-4c75-a250-ed91f1fe31cc" providerId="ADAL" clId="{3985E600-B3F6-4F73-838B-73A9AC495F9E}" dt="2024-05-29T18:45:53.233" v="2801" actId="478"/>
          <ac:picMkLst>
            <pc:docMk/>
            <pc:sldMk cId="3143520501" sldId="365"/>
            <ac:picMk id="6" creationId="{9E4E820E-7155-8917-AC68-3587D9192064}"/>
          </ac:picMkLst>
        </pc:picChg>
        <pc:picChg chg="add del mod">
          <ac:chgData name="Chun, Nikki" userId="23a9dea9-b5fb-4c75-a250-ed91f1fe31cc" providerId="ADAL" clId="{3985E600-B3F6-4F73-838B-73A9AC495F9E}" dt="2024-05-29T18:45:54.515" v="2802" actId="478"/>
          <ac:picMkLst>
            <pc:docMk/>
            <pc:sldMk cId="3143520501" sldId="365"/>
            <ac:picMk id="9" creationId="{ACA0625E-6199-0E46-AF93-F63FD9306F7C}"/>
          </ac:picMkLst>
        </pc:picChg>
        <pc:picChg chg="add del mod">
          <ac:chgData name="Chun, Nikki" userId="23a9dea9-b5fb-4c75-a250-ed91f1fe31cc" providerId="ADAL" clId="{3985E600-B3F6-4F73-838B-73A9AC495F9E}" dt="2024-05-29T18:42:17.204" v="2672" actId="478"/>
          <ac:picMkLst>
            <pc:docMk/>
            <pc:sldMk cId="3143520501" sldId="365"/>
            <ac:picMk id="10" creationId="{8B1362CC-85A0-8923-FDC4-54477ABA0E73}"/>
          </ac:picMkLst>
        </pc:picChg>
      </pc:sldChg>
      <pc:sldChg chg="addSp delSp modSp add mod">
        <pc:chgData name="Chun, Nikki" userId="23a9dea9-b5fb-4c75-a250-ed91f1fe31cc" providerId="ADAL" clId="{3985E600-B3F6-4F73-838B-73A9AC495F9E}" dt="2024-05-31T20:10:14.508" v="7095" actId="20577"/>
        <pc:sldMkLst>
          <pc:docMk/>
          <pc:sldMk cId="1157531413" sldId="366"/>
        </pc:sldMkLst>
        <pc:spChg chg="mod">
          <ac:chgData name="Chun, Nikki" userId="23a9dea9-b5fb-4c75-a250-ed91f1fe31cc" providerId="ADAL" clId="{3985E600-B3F6-4F73-838B-73A9AC495F9E}" dt="2024-05-29T17:41:57.967" v="1398" actId="20577"/>
          <ac:spMkLst>
            <pc:docMk/>
            <pc:sldMk cId="1157531413" sldId="366"/>
            <ac:spMk id="3" creationId="{89652A1E-B3F7-E1B2-76ED-8F78E74B9EA9}"/>
          </ac:spMkLst>
        </pc:spChg>
        <pc:spChg chg="mod">
          <ac:chgData name="Chun, Nikki" userId="23a9dea9-b5fb-4c75-a250-ed91f1fe31cc" providerId="ADAL" clId="{3985E600-B3F6-4F73-838B-73A9AC495F9E}" dt="2024-05-31T20:10:14.508" v="7095" actId="20577"/>
          <ac:spMkLst>
            <pc:docMk/>
            <pc:sldMk cId="1157531413" sldId="366"/>
            <ac:spMk id="9" creationId="{C69CC98A-13B9-DAED-1898-477158789855}"/>
          </ac:spMkLst>
        </pc:spChg>
        <pc:grpChg chg="add mod">
          <ac:chgData name="Chun, Nikki" userId="23a9dea9-b5fb-4c75-a250-ed91f1fe31cc" providerId="ADAL" clId="{3985E600-B3F6-4F73-838B-73A9AC495F9E}" dt="2024-05-31T20:09:31.401" v="7084" actId="1076"/>
          <ac:grpSpMkLst>
            <pc:docMk/>
            <pc:sldMk cId="1157531413" sldId="366"/>
            <ac:grpSpMk id="6" creationId="{32C6DE3A-85BF-2580-D0CE-F0EEC3F9F2E3}"/>
          </ac:grpSpMkLst>
        </pc:grpChg>
        <pc:picChg chg="add mod">
          <ac:chgData name="Chun, Nikki" userId="23a9dea9-b5fb-4c75-a250-ed91f1fe31cc" providerId="ADAL" clId="{3985E600-B3F6-4F73-838B-73A9AC495F9E}" dt="2024-05-31T20:08:58.975" v="7082" actId="164"/>
          <ac:picMkLst>
            <pc:docMk/>
            <pc:sldMk cId="1157531413" sldId="366"/>
            <ac:picMk id="4" creationId="{72DAD8C9-AC5C-50B5-3B8B-8252056CFA41}"/>
          </ac:picMkLst>
        </pc:picChg>
        <pc:picChg chg="add mod">
          <ac:chgData name="Chun, Nikki" userId="23a9dea9-b5fb-4c75-a250-ed91f1fe31cc" providerId="ADAL" clId="{3985E600-B3F6-4F73-838B-73A9AC495F9E}" dt="2024-05-31T20:08:58.975" v="7082" actId="164"/>
          <ac:picMkLst>
            <pc:docMk/>
            <pc:sldMk cId="1157531413" sldId="366"/>
            <ac:picMk id="5" creationId="{88453DA0-2784-677F-74B0-0D0F91179A09}"/>
          </ac:picMkLst>
        </pc:picChg>
        <pc:picChg chg="add del mod">
          <ac:chgData name="Chun, Nikki" userId="23a9dea9-b5fb-4c75-a250-ed91f1fe31cc" providerId="ADAL" clId="{3985E600-B3F6-4F73-838B-73A9AC495F9E}" dt="2024-05-31T20:08:47.297" v="7080" actId="478"/>
          <ac:picMkLst>
            <pc:docMk/>
            <pc:sldMk cId="1157531413" sldId="366"/>
            <ac:picMk id="1026" creationId="{270ECD8F-09DC-9A3A-3AA7-B708654167F1}"/>
          </ac:picMkLst>
        </pc:picChg>
        <pc:picChg chg="add del mod">
          <ac:chgData name="Chun, Nikki" userId="23a9dea9-b5fb-4c75-a250-ed91f1fe31cc" providerId="ADAL" clId="{3985E600-B3F6-4F73-838B-73A9AC495F9E}" dt="2024-05-31T20:08:45.669" v="7079" actId="478"/>
          <ac:picMkLst>
            <pc:docMk/>
            <pc:sldMk cId="1157531413" sldId="366"/>
            <ac:picMk id="1028" creationId="{88558D8A-09DA-B01C-AF04-A396F3308338}"/>
          </ac:picMkLst>
        </pc:picChg>
      </pc:sldChg>
      <pc:sldChg chg="delSp modSp add del mod">
        <pc:chgData name="Chun, Nikki" userId="23a9dea9-b5fb-4c75-a250-ed91f1fe31cc" providerId="ADAL" clId="{3985E600-B3F6-4F73-838B-73A9AC495F9E}" dt="2024-05-31T00:20:31.336" v="5709" actId="2696"/>
        <pc:sldMkLst>
          <pc:docMk/>
          <pc:sldMk cId="3309302473" sldId="367"/>
        </pc:sldMkLst>
        <pc:spChg chg="mod">
          <ac:chgData name="Chun, Nikki" userId="23a9dea9-b5fb-4c75-a250-ed91f1fe31cc" providerId="ADAL" clId="{3985E600-B3F6-4F73-838B-73A9AC495F9E}" dt="2024-05-29T18:35:26.816" v="1936" actId="20577"/>
          <ac:spMkLst>
            <pc:docMk/>
            <pc:sldMk cId="3309302473" sldId="367"/>
            <ac:spMk id="3" creationId="{89652A1E-B3F7-E1B2-76ED-8F78E74B9EA9}"/>
          </ac:spMkLst>
        </pc:spChg>
        <pc:spChg chg="mod">
          <ac:chgData name="Chun, Nikki" userId="23a9dea9-b5fb-4c75-a250-ed91f1fe31cc" providerId="ADAL" clId="{3985E600-B3F6-4F73-838B-73A9AC495F9E}" dt="2024-05-31T00:20:22.634" v="5708" actId="20577"/>
          <ac:spMkLst>
            <pc:docMk/>
            <pc:sldMk cId="3309302473" sldId="367"/>
            <ac:spMk id="9" creationId="{C69CC98A-13B9-DAED-1898-477158789855}"/>
          </ac:spMkLst>
        </pc:spChg>
        <pc:picChg chg="del">
          <ac:chgData name="Chun, Nikki" userId="23a9dea9-b5fb-4c75-a250-ed91f1fe31cc" providerId="ADAL" clId="{3985E600-B3F6-4F73-838B-73A9AC495F9E}" dt="2024-05-29T18:34:35.658" v="1886" actId="478"/>
          <ac:picMkLst>
            <pc:docMk/>
            <pc:sldMk cId="3309302473" sldId="367"/>
            <ac:picMk id="1026" creationId="{270ECD8F-09DC-9A3A-3AA7-B708654167F1}"/>
          </ac:picMkLst>
        </pc:picChg>
        <pc:picChg chg="del">
          <ac:chgData name="Chun, Nikki" userId="23a9dea9-b5fb-4c75-a250-ed91f1fe31cc" providerId="ADAL" clId="{3985E600-B3F6-4F73-838B-73A9AC495F9E}" dt="2024-05-29T18:34:34.022" v="1885" actId="478"/>
          <ac:picMkLst>
            <pc:docMk/>
            <pc:sldMk cId="3309302473" sldId="367"/>
            <ac:picMk id="1028" creationId="{88558D8A-09DA-B01C-AF04-A396F3308338}"/>
          </ac:picMkLst>
        </pc:picChg>
      </pc:sldChg>
      <pc:sldChg chg="addSp delSp modSp add mod ord">
        <pc:chgData name="Chun, Nikki" userId="23a9dea9-b5fb-4c75-a250-ed91f1fe31cc" providerId="ADAL" clId="{3985E600-B3F6-4F73-838B-73A9AC495F9E}" dt="2024-05-29T18:47:35.678" v="2861" actId="478"/>
        <pc:sldMkLst>
          <pc:docMk/>
          <pc:sldMk cId="3393149746" sldId="368"/>
        </pc:sldMkLst>
        <pc:picChg chg="del">
          <ac:chgData name="Chun, Nikki" userId="23a9dea9-b5fb-4c75-a250-ed91f1fe31cc" providerId="ADAL" clId="{3985E600-B3F6-4F73-838B-73A9AC495F9E}" dt="2024-05-29T18:45:04.672" v="2793" actId="478"/>
          <ac:picMkLst>
            <pc:docMk/>
            <pc:sldMk cId="3393149746" sldId="368"/>
            <ac:picMk id="2" creationId="{D1327F0C-96A9-9626-A4C8-C147F1204E2A}"/>
          </ac:picMkLst>
        </pc:picChg>
        <pc:picChg chg="add del mod">
          <ac:chgData name="Chun, Nikki" userId="23a9dea9-b5fb-4c75-a250-ed91f1fe31cc" providerId="ADAL" clId="{3985E600-B3F6-4F73-838B-73A9AC495F9E}" dt="2024-05-29T18:47:35.678" v="2861" actId="478"/>
          <ac:picMkLst>
            <pc:docMk/>
            <pc:sldMk cId="3393149746" sldId="368"/>
            <ac:picMk id="5" creationId="{9E8D8BB2-ED06-C2AD-1A50-A86C2F01634A}"/>
          </ac:picMkLst>
        </pc:picChg>
        <pc:picChg chg="mod">
          <ac:chgData name="Chun, Nikki" userId="23a9dea9-b5fb-4c75-a250-ed91f1fe31cc" providerId="ADAL" clId="{3985E600-B3F6-4F73-838B-73A9AC495F9E}" dt="2024-05-29T18:45:19.796" v="2797" actId="1076"/>
          <ac:picMkLst>
            <pc:docMk/>
            <pc:sldMk cId="3393149746" sldId="368"/>
            <ac:picMk id="6" creationId="{9E4E820E-7155-8917-AC68-3587D9192064}"/>
          </ac:picMkLst>
        </pc:picChg>
        <pc:picChg chg="mod">
          <ac:chgData name="Chun, Nikki" userId="23a9dea9-b5fb-4c75-a250-ed91f1fe31cc" providerId="ADAL" clId="{3985E600-B3F6-4F73-838B-73A9AC495F9E}" dt="2024-05-29T18:45:23.295" v="2798" actId="1076"/>
          <ac:picMkLst>
            <pc:docMk/>
            <pc:sldMk cId="3393149746" sldId="368"/>
            <ac:picMk id="9" creationId="{ACA0625E-6199-0E46-AF93-F63FD9306F7C}"/>
          </ac:picMkLst>
        </pc:picChg>
      </pc:sldChg>
      <pc:sldChg chg="addSp delSp modSp add mod">
        <pc:chgData name="Chun, Nikki" userId="23a9dea9-b5fb-4c75-a250-ed91f1fe31cc" providerId="ADAL" clId="{3985E600-B3F6-4F73-838B-73A9AC495F9E}" dt="2024-05-31T20:07:30.934" v="7077" actId="27636"/>
        <pc:sldMkLst>
          <pc:docMk/>
          <pc:sldMk cId="1588124418" sldId="369"/>
        </pc:sldMkLst>
        <pc:spChg chg="mod">
          <ac:chgData name="Chun, Nikki" userId="23a9dea9-b5fb-4c75-a250-ed91f1fe31cc" providerId="ADAL" clId="{3985E600-B3F6-4F73-838B-73A9AC495F9E}" dt="2024-05-29T18:58:29.451" v="3392" actId="20577"/>
          <ac:spMkLst>
            <pc:docMk/>
            <pc:sldMk cId="1588124418" sldId="369"/>
            <ac:spMk id="3" creationId="{89652A1E-B3F7-E1B2-76ED-8F78E74B9EA9}"/>
          </ac:spMkLst>
        </pc:spChg>
        <pc:spChg chg="del">
          <ac:chgData name="Chun, Nikki" userId="23a9dea9-b5fb-4c75-a250-ed91f1fe31cc" providerId="ADAL" clId="{3985E600-B3F6-4F73-838B-73A9AC495F9E}" dt="2024-05-29T18:59:10.499" v="3403" actId="478"/>
          <ac:spMkLst>
            <pc:docMk/>
            <pc:sldMk cId="1588124418" sldId="369"/>
            <ac:spMk id="9" creationId="{C69CC98A-13B9-DAED-1898-477158789855}"/>
          </ac:spMkLst>
        </pc:spChg>
        <pc:spChg chg="add del mod">
          <ac:chgData name="Chun, Nikki" userId="23a9dea9-b5fb-4c75-a250-ed91f1fe31cc" providerId="ADAL" clId="{3985E600-B3F6-4F73-838B-73A9AC495F9E}" dt="2024-05-29T19:00:15.906" v="3421" actId="478"/>
          <ac:spMkLst>
            <pc:docMk/>
            <pc:sldMk cId="1588124418" sldId="369"/>
            <ac:spMk id="15" creationId="{7FC70F97-2ABE-F1B4-F433-038E970FB3FB}"/>
          </ac:spMkLst>
        </pc:spChg>
        <pc:spChg chg="add mod">
          <ac:chgData name="Chun, Nikki" userId="23a9dea9-b5fb-4c75-a250-ed91f1fe31cc" providerId="ADAL" clId="{3985E600-B3F6-4F73-838B-73A9AC495F9E}" dt="2024-05-31T20:07:30.934" v="7077" actId="27636"/>
          <ac:spMkLst>
            <pc:docMk/>
            <pc:sldMk cId="1588124418" sldId="369"/>
            <ac:spMk id="17" creationId="{6DA48CF5-C52C-3AB5-FA7D-5344D6D4A372}"/>
          </ac:spMkLst>
        </pc:spChg>
        <pc:picChg chg="del">
          <ac:chgData name="Chun, Nikki" userId="23a9dea9-b5fb-4c75-a250-ed91f1fe31cc" providerId="ADAL" clId="{3985E600-B3F6-4F73-838B-73A9AC495F9E}" dt="2024-05-29T18:59:45.494" v="3411" actId="478"/>
          <ac:picMkLst>
            <pc:docMk/>
            <pc:sldMk cId="1588124418" sldId="369"/>
            <ac:picMk id="5" creationId="{34359BB1-E621-DF9D-DBDD-F88A6F2C2241}"/>
          </ac:picMkLst>
        </pc:picChg>
        <pc:picChg chg="add mod">
          <ac:chgData name="Chun, Nikki" userId="23a9dea9-b5fb-4c75-a250-ed91f1fe31cc" providerId="ADAL" clId="{3985E600-B3F6-4F73-838B-73A9AC495F9E}" dt="2024-05-29T19:05:26.025" v="3425" actId="14100"/>
          <ac:picMkLst>
            <pc:docMk/>
            <pc:sldMk cId="1588124418" sldId="369"/>
            <ac:picMk id="6" creationId="{F44DEA8B-7118-F60C-57D1-235E8DCFDE37}"/>
          </ac:picMkLst>
        </pc:picChg>
        <pc:picChg chg="del">
          <ac:chgData name="Chun, Nikki" userId="23a9dea9-b5fb-4c75-a250-ed91f1fe31cc" providerId="ADAL" clId="{3985E600-B3F6-4F73-838B-73A9AC495F9E}" dt="2024-05-29T18:59:47.297" v="3412" actId="478"/>
          <ac:picMkLst>
            <pc:docMk/>
            <pc:sldMk cId="1588124418" sldId="369"/>
            <ac:picMk id="7" creationId="{47E12EE0-566D-4D47-462D-6DAE1E92D27B}"/>
          </ac:picMkLst>
        </pc:picChg>
        <pc:picChg chg="del">
          <ac:chgData name="Chun, Nikki" userId="23a9dea9-b5fb-4c75-a250-ed91f1fe31cc" providerId="ADAL" clId="{3985E600-B3F6-4F73-838B-73A9AC495F9E}" dt="2024-05-29T18:59:38.524" v="3409" actId="478"/>
          <ac:picMkLst>
            <pc:docMk/>
            <pc:sldMk cId="1588124418" sldId="369"/>
            <ac:picMk id="10" creationId="{99F1F9A5-1546-635F-5E5B-051DD506423E}"/>
          </ac:picMkLst>
        </pc:picChg>
        <pc:picChg chg="add mod">
          <ac:chgData name="Chun, Nikki" userId="23a9dea9-b5fb-4c75-a250-ed91f1fe31cc" providerId="ADAL" clId="{3985E600-B3F6-4F73-838B-73A9AC495F9E}" dt="2024-05-29T19:05:33.198" v="3428" actId="14100"/>
          <ac:picMkLst>
            <pc:docMk/>
            <pc:sldMk cId="1588124418" sldId="369"/>
            <ac:picMk id="11" creationId="{24875715-82FD-B274-79F3-05E7F614E545}"/>
          </ac:picMkLst>
        </pc:picChg>
        <pc:picChg chg="add mod">
          <ac:chgData name="Chun, Nikki" userId="23a9dea9-b5fb-4c75-a250-ed91f1fe31cc" providerId="ADAL" clId="{3985E600-B3F6-4F73-838B-73A9AC495F9E}" dt="2024-05-29T19:05:41.849" v="3430" actId="14100"/>
          <ac:picMkLst>
            <pc:docMk/>
            <pc:sldMk cId="1588124418" sldId="369"/>
            <ac:picMk id="13" creationId="{E7216E34-30DC-0406-3ECB-F84728FA824C}"/>
          </ac:picMkLst>
        </pc:picChg>
        <pc:picChg chg="add mod">
          <ac:chgData name="Chun, Nikki" userId="23a9dea9-b5fb-4c75-a250-ed91f1fe31cc" providerId="ADAL" clId="{3985E600-B3F6-4F73-838B-73A9AC495F9E}" dt="2024-05-29T19:05:55.087" v="3431" actId="1076"/>
          <ac:picMkLst>
            <pc:docMk/>
            <pc:sldMk cId="1588124418" sldId="369"/>
            <ac:picMk id="16" creationId="{ED9BA0DE-2822-A55E-617D-21CA5B94E94A}"/>
          </ac:picMkLst>
        </pc:picChg>
      </pc:sldChg>
      <pc:sldChg chg="addSp delSp modSp add mod">
        <pc:chgData name="Chun, Nikki" userId="23a9dea9-b5fb-4c75-a250-ed91f1fe31cc" providerId="ADAL" clId="{3985E600-B3F6-4F73-838B-73A9AC495F9E}" dt="2024-05-31T19:43:36.555" v="6454" actId="1076"/>
        <pc:sldMkLst>
          <pc:docMk/>
          <pc:sldMk cId="1067513835" sldId="370"/>
        </pc:sldMkLst>
        <pc:spChg chg="mod">
          <ac:chgData name="Chun, Nikki" userId="23a9dea9-b5fb-4c75-a250-ed91f1fe31cc" providerId="ADAL" clId="{3985E600-B3F6-4F73-838B-73A9AC495F9E}" dt="2024-05-29T19:12:21.682" v="3767" actId="20577"/>
          <ac:spMkLst>
            <pc:docMk/>
            <pc:sldMk cId="1067513835" sldId="370"/>
            <ac:spMk id="3" creationId="{89652A1E-B3F7-E1B2-76ED-8F78E74B9EA9}"/>
          </ac:spMkLst>
        </pc:spChg>
        <pc:spChg chg="add del mod">
          <ac:chgData name="Chun, Nikki" userId="23a9dea9-b5fb-4c75-a250-ed91f1fe31cc" providerId="ADAL" clId="{3985E600-B3F6-4F73-838B-73A9AC495F9E}" dt="2024-05-29T19:15:41.290" v="3905" actId="478"/>
          <ac:spMkLst>
            <pc:docMk/>
            <pc:sldMk cId="1067513835" sldId="370"/>
            <ac:spMk id="5" creationId="{46786472-3A97-C6F7-1FE7-29E240291A12}"/>
          </ac:spMkLst>
        </pc:spChg>
        <pc:spChg chg="add del mod topLvl">
          <ac:chgData name="Chun, Nikki" userId="23a9dea9-b5fb-4c75-a250-ed91f1fe31cc" providerId="ADAL" clId="{3985E600-B3F6-4F73-838B-73A9AC495F9E}" dt="2024-05-29T19:18:31.154" v="3931" actId="478"/>
          <ac:spMkLst>
            <pc:docMk/>
            <pc:sldMk cId="1067513835" sldId="370"/>
            <ac:spMk id="7" creationId="{61F9862C-D313-A469-A00A-E0B4B4D6C827}"/>
          </ac:spMkLst>
        </pc:spChg>
        <pc:spChg chg="add del mod">
          <ac:chgData name="Chun, Nikki" userId="23a9dea9-b5fb-4c75-a250-ed91f1fe31cc" providerId="ADAL" clId="{3985E600-B3F6-4F73-838B-73A9AC495F9E}" dt="2024-05-31T19:40:09.967" v="6330" actId="20577"/>
          <ac:spMkLst>
            <pc:docMk/>
            <pc:sldMk cId="1067513835" sldId="370"/>
            <ac:spMk id="7" creationId="{6ECCCBE2-9C9A-1FDF-96CD-77A446A01701}"/>
          </ac:spMkLst>
        </pc:spChg>
        <pc:spChg chg="del">
          <ac:chgData name="Chun, Nikki" userId="23a9dea9-b5fb-4c75-a250-ed91f1fe31cc" providerId="ADAL" clId="{3985E600-B3F6-4F73-838B-73A9AC495F9E}" dt="2024-05-29T19:15:15.605" v="3899" actId="478"/>
          <ac:spMkLst>
            <pc:docMk/>
            <pc:sldMk cId="1067513835" sldId="370"/>
            <ac:spMk id="9" creationId="{C69CC98A-13B9-DAED-1898-477158789855}"/>
          </ac:spMkLst>
        </pc:spChg>
        <pc:spChg chg="add del mod topLvl">
          <ac:chgData name="Chun, Nikki" userId="23a9dea9-b5fb-4c75-a250-ed91f1fe31cc" providerId="ADAL" clId="{3985E600-B3F6-4F73-838B-73A9AC495F9E}" dt="2024-05-29T19:18:26.496" v="3930" actId="478"/>
          <ac:spMkLst>
            <pc:docMk/>
            <pc:sldMk cId="1067513835" sldId="370"/>
            <ac:spMk id="10" creationId="{C4D2174D-F5D1-FCED-43BE-438C1C363ED0}"/>
          </ac:spMkLst>
        </pc:spChg>
        <pc:spChg chg="add del mod topLvl">
          <ac:chgData name="Chun, Nikki" userId="23a9dea9-b5fb-4c75-a250-ed91f1fe31cc" providerId="ADAL" clId="{3985E600-B3F6-4F73-838B-73A9AC495F9E}" dt="2024-05-29T19:18:51.276" v="3933" actId="478"/>
          <ac:spMkLst>
            <pc:docMk/>
            <pc:sldMk cId="1067513835" sldId="370"/>
            <ac:spMk id="11" creationId="{B5BFF0EA-3094-DD0A-1A64-8A8DEE963EC2}"/>
          </ac:spMkLst>
        </pc:spChg>
        <pc:grpChg chg="add del mod">
          <ac:chgData name="Chun, Nikki" userId="23a9dea9-b5fb-4c75-a250-ed91f1fe31cc" providerId="ADAL" clId="{3985E600-B3F6-4F73-838B-73A9AC495F9E}" dt="2024-05-29T19:16:02.109" v="3909" actId="165"/>
          <ac:grpSpMkLst>
            <pc:docMk/>
            <pc:sldMk cId="1067513835" sldId="370"/>
            <ac:grpSpMk id="12" creationId="{3BF845C3-0F96-9A74-02BB-9251F6A8C6A4}"/>
          </ac:grpSpMkLst>
        </pc:grpChg>
        <pc:graphicFrameChg chg="add mod">
          <ac:chgData name="Chun, Nikki" userId="23a9dea9-b5fb-4c75-a250-ed91f1fe31cc" providerId="ADAL" clId="{3985E600-B3F6-4F73-838B-73A9AC495F9E}" dt="2024-05-29T22:11:03.751" v="5152"/>
          <ac:graphicFrameMkLst>
            <pc:docMk/>
            <pc:sldMk cId="1067513835" sldId="370"/>
            <ac:graphicFrameMk id="4" creationId="{634BAF43-C3E5-AA50-0F67-F62F2CD7D8B7}"/>
          </ac:graphicFrameMkLst>
        </pc:graphicFrameChg>
        <pc:graphicFrameChg chg="add del mod">
          <ac:chgData name="Chun, Nikki" userId="23a9dea9-b5fb-4c75-a250-ed91f1fe31cc" providerId="ADAL" clId="{3985E600-B3F6-4F73-838B-73A9AC495F9E}" dt="2024-05-31T19:32:37.917" v="6312" actId="478"/>
          <ac:graphicFrameMkLst>
            <pc:docMk/>
            <pc:sldMk cId="1067513835" sldId="370"/>
            <ac:graphicFrameMk id="4" creationId="{ABE526C8-ACFA-7A3F-C037-D10F272A8545}"/>
          </ac:graphicFrameMkLst>
        </pc:graphicFrameChg>
        <pc:graphicFrameChg chg="add del mod">
          <ac:chgData name="Chun, Nikki" userId="23a9dea9-b5fb-4c75-a250-ed91f1fe31cc" providerId="ADAL" clId="{3985E600-B3F6-4F73-838B-73A9AC495F9E}" dt="2024-05-31T19:32:43.337" v="6314" actId="478"/>
          <ac:graphicFrameMkLst>
            <pc:docMk/>
            <pc:sldMk cId="1067513835" sldId="370"/>
            <ac:graphicFrameMk id="5" creationId="{4D5B4DEF-7B46-0746-590B-94E60C15D889}"/>
          </ac:graphicFrameMkLst>
        </pc:graphicFrameChg>
        <pc:graphicFrameChg chg="add mod">
          <ac:chgData name="Chun, Nikki" userId="23a9dea9-b5fb-4c75-a250-ed91f1fe31cc" providerId="ADAL" clId="{3985E600-B3F6-4F73-838B-73A9AC495F9E}" dt="2024-05-31T19:38:39.367" v="6319"/>
          <ac:graphicFrameMkLst>
            <pc:docMk/>
            <pc:sldMk cId="1067513835" sldId="370"/>
            <ac:graphicFrameMk id="9" creationId="{2ADEBA3F-BEC6-CE30-A7C4-2311A57A3D26}"/>
          </ac:graphicFrameMkLst>
        </pc:graphicFrameChg>
        <pc:picChg chg="add del mod topLvl">
          <ac:chgData name="Chun, Nikki" userId="23a9dea9-b5fb-4c75-a250-ed91f1fe31cc" providerId="ADAL" clId="{3985E600-B3F6-4F73-838B-73A9AC495F9E}" dt="2024-05-29T19:18:20.888" v="3928" actId="478"/>
          <ac:picMkLst>
            <pc:docMk/>
            <pc:sldMk cId="1067513835" sldId="370"/>
            <ac:picMk id="6" creationId="{6DA879A0-C83D-ACA9-9781-8C88557A1A47}"/>
          </ac:picMkLst>
        </pc:picChg>
        <pc:picChg chg="add del mod">
          <ac:chgData name="Chun, Nikki" userId="23a9dea9-b5fb-4c75-a250-ed91f1fe31cc" providerId="ADAL" clId="{3985E600-B3F6-4F73-838B-73A9AC495F9E}" dt="2024-05-31T19:38:58.714" v="6323" actId="478"/>
          <ac:picMkLst>
            <pc:docMk/>
            <pc:sldMk cId="1067513835" sldId="370"/>
            <ac:picMk id="6" creationId="{9879E6F7-3D76-3D1B-4CF1-A39E7C13A857}"/>
          </ac:picMkLst>
        </pc:picChg>
        <pc:picChg chg="add del mod">
          <ac:chgData name="Chun, Nikki" userId="23a9dea9-b5fb-4c75-a250-ed91f1fe31cc" providerId="ADAL" clId="{3985E600-B3F6-4F73-838B-73A9AC495F9E}" dt="2024-05-31T19:38:37.752" v="6318" actId="478"/>
          <ac:picMkLst>
            <pc:docMk/>
            <pc:sldMk cId="1067513835" sldId="370"/>
            <ac:picMk id="8" creationId="{458D22B3-B7EA-3131-7163-FBAF6118F5B5}"/>
          </ac:picMkLst>
        </pc:picChg>
        <pc:picChg chg="add del mod topLvl">
          <ac:chgData name="Chun, Nikki" userId="23a9dea9-b5fb-4c75-a250-ed91f1fe31cc" providerId="ADAL" clId="{3985E600-B3F6-4F73-838B-73A9AC495F9E}" dt="2024-05-29T19:18:23.231" v="3929" actId="478"/>
          <ac:picMkLst>
            <pc:docMk/>
            <pc:sldMk cId="1067513835" sldId="370"/>
            <ac:picMk id="8" creationId="{A36A9CB1-97E0-1098-F6FB-308503D18038}"/>
          </ac:picMkLst>
        </pc:picChg>
        <pc:picChg chg="add mod">
          <ac:chgData name="Chun, Nikki" userId="23a9dea9-b5fb-4c75-a250-ed91f1fe31cc" providerId="ADAL" clId="{3985E600-B3F6-4F73-838B-73A9AC495F9E}" dt="2024-05-31T19:43:36.555" v="6454" actId="1076"/>
          <ac:picMkLst>
            <pc:docMk/>
            <pc:sldMk cId="1067513835" sldId="370"/>
            <ac:picMk id="10" creationId="{C10860BA-F851-BD3A-0EB4-2F0670C9A3E2}"/>
          </ac:picMkLst>
        </pc:picChg>
        <pc:picChg chg="del">
          <ac:chgData name="Chun, Nikki" userId="23a9dea9-b5fb-4c75-a250-ed91f1fe31cc" providerId="ADAL" clId="{3985E600-B3F6-4F73-838B-73A9AC495F9E}" dt="2024-05-29T19:15:12.006" v="3897" actId="478"/>
          <ac:picMkLst>
            <pc:docMk/>
            <pc:sldMk cId="1067513835" sldId="370"/>
            <ac:picMk id="1026" creationId="{270ECD8F-09DC-9A3A-3AA7-B708654167F1}"/>
          </ac:picMkLst>
        </pc:picChg>
        <pc:picChg chg="del">
          <ac:chgData name="Chun, Nikki" userId="23a9dea9-b5fb-4c75-a250-ed91f1fe31cc" providerId="ADAL" clId="{3985E600-B3F6-4F73-838B-73A9AC495F9E}" dt="2024-05-29T19:15:13.102" v="3898" actId="478"/>
          <ac:picMkLst>
            <pc:docMk/>
            <pc:sldMk cId="1067513835" sldId="370"/>
            <ac:picMk id="1028" creationId="{88558D8A-09DA-B01C-AF04-A396F3308338}"/>
          </ac:picMkLst>
        </pc:picChg>
      </pc:sldChg>
      <pc:sldChg chg="addSp delSp modSp add mod">
        <pc:chgData name="Chun, Nikki" userId="23a9dea9-b5fb-4c75-a250-ed91f1fe31cc" providerId="ADAL" clId="{3985E600-B3F6-4F73-838B-73A9AC495F9E}" dt="2024-05-31T20:05:30.332" v="6956" actId="20577"/>
        <pc:sldMkLst>
          <pc:docMk/>
          <pc:sldMk cId="3734029752" sldId="371"/>
        </pc:sldMkLst>
        <pc:spChg chg="mod">
          <ac:chgData name="Chun, Nikki" userId="23a9dea9-b5fb-4c75-a250-ed91f1fe31cc" providerId="ADAL" clId="{3985E600-B3F6-4F73-838B-73A9AC495F9E}" dt="2024-05-29T19:13:45.860" v="3859" actId="20577"/>
          <ac:spMkLst>
            <pc:docMk/>
            <pc:sldMk cId="3734029752" sldId="371"/>
            <ac:spMk id="3" creationId="{89652A1E-B3F7-E1B2-76ED-8F78E74B9EA9}"/>
          </ac:spMkLst>
        </pc:spChg>
        <pc:spChg chg="mod">
          <ac:chgData name="Chun, Nikki" userId="23a9dea9-b5fb-4c75-a250-ed91f1fe31cc" providerId="ADAL" clId="{3985E600-B3F6-4F73-838B-73A9AC495F9E}" dt="2024-05-31T20:05:30.332" v="6956" actId="20577"/>
          <ac:spMkLst>
            <pc:docMk/>
            <pc:sldMk cId="3734029752" sldId="371"/>
            <ac:spMk id="9" creationId="{C69CC98A-13B9-DAED-1898-477158789855}"/>
          </ac:spMkLst>
        </pc:spChg>
        <pc:graphicFrameChg chg="add mod">
          <ac:chgData name="Chun, Nikki" userId="23a9dea9-b5fb-4c75-a250-ed91f1fe31cc" providerId="ADAL" clId="{3985E600-B3F6-4F73-838B-73A9AC495F9E}" dt="2024-05-29T20:06:13.258" v="4138"/>
          <ac:graphicFrameMkLst>
            <pc:docMk/>
            <pc:sldMk cId="3734029752" sldId="371"/>
            <ac:graphicFrameMk id="4" creationId="{36DE875B-166E-7451-27A5-D466122A8A44}"/>
          </ac:graphicFrameMkLst>
        </pc:graphicFrameChg>
        <pc:graphicFrameChg chg="add mod">
          <ac:chgData name="Chun, Nikki" userId="23a9dea9-b5fb-4c75-a250-ed91f1fe31cc" providerId="ADAL" clId="{3985E600-B3F6-4F73-838B-73A9AC495F9E}" dt="2024-05-29T20:07:12.813" v="4141"/>
          <ac:graphicFrameMkLst>
            <pc:docMk/>
            <pc:sldMk cId="3734029752" sldId="371"/>
            <ac:graphicFrameMk id="6" creationId="{1BFEB171-D7C3-0D42-A454-C2F8256ADCFD}"/>
          </ac:graphicFrameMkLst>
        </pc:graphicFrameChg>
        <pc:picChg chg="add del mod">
          <ac:chgData name="Chun, Nikki" userId="23a9dea9-b5fb-4c75-a250-ed91f1fe31cc" providerId="ADAL" clId="{3985E600-B3F6-4F73-838B-73A9AC495F9E}" dt="2024-05-29T20:15:57.469" v="4681" actId="478"/>
          <ac:picMkLst>
            <pc:docMk/>
            <pc:sldMk cId="3734029752" sldId="371"/>
            <ac:picMk id="5" creationId="{DD9A9FFA-4503-C82D-B348-29FAD8C13E63}"/>
          </ac:picMkLst>
        </pc:picChg>
        <pc:picChg chg="add del mod">
          <ac:chgData name="Chun, Nikki" userId="23a9dea9-b5fb-4c75-a250-ed91f1fe31cc" providerId="ADAL" clId="{3985E600-B3F6-4F73-838B-73A9AC495F9E}" dt="2024-05-29T20:15:57.469" v="4681" actId="478"/>
          <ac:picMkLst>
            <pc:docMk/>
            <pc:sldMk cId="3734029752" sldId="371"/>
            <ac:picMk id="7" creationId="{9646A4B0-C4A2-A508-15B7-131C5E338916}"/>
          </ac:picMkLst>
        </pc:picChg>
      </pc:sldChg>
      <pc:sldChg chg="addSp delSp modSp add mod">
        <pc:chgData name="Chun, Nikki" userId="23a9dea9-b5fb-4c75-a250-ed91f1fe31cc" providerId="ADAL" clId="{3985E600-B3F6-4F73-838B-73A9AC495F9E}" dt="2024-05-31T20:06:01.467" v="6975" actId="20577"/>
        <pc:sldMkLst>
          <pc:docMk/>
          <pc:sldMk cId="3884608644" sldId="372"/>
        </pc:sldMkLst>
        <pc:spChg chg="mod">
          <ac:chgData name="Chun, Nikki" userId="23a9dea9-b5fb-4c75-a250-ed91f1fe31cc" providerId="ADAL" clId="{3985E600-B3F6-4F73-838B-73A9AC495F9E}" dt="2024-05-31T20:06:01.467" v="6975" actId="20577"/>
          <ac:spMkLst>
            <pc:docMk/>
            <pc:sldMk cId="3884608644" sldId="372"/>
            <ac:spMk id="3" creationId="{89652A1E-B3F7-E1B2-76ED-8F78E74B9EA9}"/>
          </ac:spMkLst>
        </pc:spChg>
        <pc:spChg chg="add mod">
          <ac:chgData name="Chun, Nikki" userId="23a9dea9-b5fb-4c75-a250-ed91f1fe31cc" providerId="ADAL" clId="{3985E600-B3F6-4F73-838B-73A9AC495F9E}" dt="2024-05-29T20:18:34.769" v="4835" actId="20577"/>
          <ac:spMkLst>
            <pc:docMk/>
            <pc:sldMk cId="3884608644" sldId="372"/>
            <ac:spMk id="6" creationId="{7E9B3771-0B3D-F1A7-E76E-5C9B6E6BFB1E}"/>
          </ac:spMkLst>
        </pc:spChg>
        <pc:spChg chg="del">
          <ac:chgData name="Chun, Nikki" userId="23a9dea9-b5fb-4c75-a250-ed91f1fe31cc" providerId="ADAL" clId="{3985E600-B3F6-4F73-838B-73A9AC495F9E}" dt="2024-05-29T20:08:15.527" v="4189" actId="478"/>
          <ac:spMkLst>
            <pc:docMk/>
            <pc:sldMk cId="3884608644" sldId="372"/>
            <ac:spMk id="9" creationId="{C69CC98A-13B9-DAED-1898-477158789855}"/>
          </ac:spMkLst>
        </pc:spChg>
        <pc:picChg chg="mod">
          <ac:chgData name="Chun, Nikki" userId="23a9dea9-b5fb-4c75-a250-ed91f1fe31cc" providerId="ADAL" clId="{3985E600-B3F6-4F73-838B-73A9AC495F9E}" dt="2024-05-29T20:08:22.482" v="4191" actId="14100"/>
          <ac:picMkLst>
            <pc:docMk/>
            <pc:sldMk cId="3884608644" sldId="372"/>
            <ac:picMk id="5" creationId="{DD9A9FFA-4503-C82D-B348-29FAD8C13E63}"/>
          </ac:picMkLst>
        </pc:picChg>
        <pc:picChg chg="del">
          <ac:chgData name="Chun, Nikki" userId="23a9dea9-b5fb-4c75-a250-ed91f1fe31cc" providerId="ADAL" clId="{3985E600-B3F6-4F73-838B-73A9AC495F9E}" dt="2024-05-29T20:08:13.417" v="4188" actId="478"/>
          <ac:picMkLst>
            <pc:docMk/>
            <pc:sldMk cId="3884608644" sldId="372"/>
            <ac:picMk id="7" creationId="{9646A4B0-C4A2-A508-15B7-131C5E338916}"/>
          </ac:picMkLst>
        </pc:picChg>
      </pc:sldChg>
      <pc:sldChg chg="modSp add mod">
        <pc:chgData name="Chun, Nikki" userId="23a9dea9-b5fb-4c75-a250-ed91f1fe31cc" providerId="ADAL" clId="{3985E600-B3F6-4F73-838B-73A9AC495F9E}" dt="2024-05-29T20:19:42.160" v="4845" actId="20577"/>
        <pc:sldMkLst>
          <pc:docMk/>
          <pc:sldMk cId="2401055492" sldId="373"/>
        </pc:sldMkLst>
        <pc:spChg chg="mod">
          <ac:chgData name="Chun, Nikki" userId="23a9dea9-b5fb-4c75-a250-ed91f1fe31cc" providerId="ADAL" clId="{3985E600-B3F6-4F73-838B-73A9AC495F9E}" dt="2024-05-29T20:17:28.472" v="4816" actId="20577"/>
          <ac:spMkLst>
            <pc:docMk/>
            <pc:sldMk cId="2401055492" sldId="373"/>
            <ac:spMk id="3" creationId="{89652A1E-B3F7-E1B2-76ED-8F78E74B9EA9}"/>
          </ac:spMkLst>
        </pc:spChg>
        <pc:spChg chg="mod">
          <ac:chgData name="Chun, Nikki" userId="23a9dea9-b5fb-4c75-a250-ed91f1fe31cc" providerId="ADAL" clId="{3985E600-B3F6-4F73-838B-73A9AC495F9E}" dt="2024-05-29T20:19:42.160" v="4845" actId="20577"/>
          <ac:spMkLst>
            <pc:docMk/>
            <pc:sldMk cId="2401055492" sldId="373"/>
            <ac:spMk id="6" creationId="{7E9B3771-0B3D-F1A7-E76E-5C9B6E6BFB1E}"/>
          </ac:spMkLst>
        </pc:spChg>
        <pc:picChg chg="mod">
          <ac:chgData name="Chun, Nikki" userId="23a9dea9-b5fb-4c75-a250-ed91f1fe31cc" providerId="ADAL" clId="{3985E600-B3F6-4F73-838B-73A9AC495F9E}" dt="2024-05-29T20:18:11.450" v="4817" actId="14826"/>
          <ac:picMkLst>
            <pc:docMk/>
            <pc:sldMk cId="2401055492" sldId="373"/>
            <ac:picMk id="5" creationId="{DD9A9FFA-4503-C82D-B348-29FAD8C13E63}"/>
          </ac:picMkLst>
        </pc:picChg>
      </pc:sldChg>
      <pc:sldChg chg="modSp add mod">
        <pc:chgData name="Chun, Nikki" userId="23a9dea9-b5fb-4c75-a250-ed91f1fe31cc" providerId="ADAL" clId="{3985E600-B3F6-4F73-838B-73A9AC495F9E}" dt="2024-05-29T21:02:53.319" v="4970" actId="20577"/>
        <pc:sldMkLst>
          <pc:docMk/>
          <pc:sldMk cId="2966672399" sldId="374"/>
        </pc:sldMkLst>
        <pc:spChg chg="mod">
          <ac:chgData name="Chun, Nikki" userId="23a9dea9-b5fb-4c75-a250-ed91f1fe31cc" providerId="ADAL" clId="{3985E600-B3F6-4F73-838B-73A9AC495F9E}" dt="2024-05-29T20:59:47.799" v="4854" actId="20577"/>
          <ac:spMkLst>
            <pc:docMk/>
            <pc:sldMk cId="2966672399" sldId="374"/>
            <ac:spMk id="3" creationId="{89652A1E-B3F7-E1B2-76ED-8F78E74B9EA9}"/>
          </ac:spMkLst>
        </pc:spChg>
        <pc:spChg chg="mod">
          <ac:chgData name="Chun, Nikki" userId="23a9dea9-b5fb-4c75-a250-ed91f1fe31cc" providerId="ADAL" clId="{3985E600-B3F6-4F73-838B-73A9AC495F9E}" dt="2024-05-29T21:02:53.319" v="4970" actId="20577"/>
          <ac:spMkLst>
            <pc:docMk/>
            <pc:sldMk cId="2966672399" sldId="374"/>
            <ac:spMk id="6" creationId="{7E9B3771-0B3D-F1A7-E76E-5C9B6E6BFB1E}"/>
          </ac:spMkLst>
        </pc:spChg>
        <pc:picChg chg="mod">
          <ac:chgData name="Chun, Nikki" userId="23a9dea9-b5fb-4c75-a250-ed91f1fe31cc" providerId="ADAL" clId="{3985E600-B3F6-4F73-838B-73A9AC495F9E}" dt="2024-05-29T21:00:17.214" v="4860" actId="1076"/>
          <ac:picMkLst>
            <pc:docMk/>
            <pc:sldMk cId="2966672399" sldId="374"/>
            <ac:picMk id="5" creationId="{DD9A9FFA-4503-C82D-B348-29FAD8C13E63}"/>
          </ac:picMkLst>
        </pc:picChg>
      </pc:sldChg>
      <pc:sldChg chg="modSp add mod">
        <pc:chgData name="Chun, Nikki" userId="23a9dea9-b5fb-4c75-a250-ed91f1fe31cc" providerId="ADAL" clId="{3985E600-B3F6-4F73-838B-73A9AC495F9E}" dt="2024-05-31T19:25:58.624" v="6310" actId="14100"/>
        <pc:sldMkLst>
          <pc:docMk/>
          <pc:sldMk cId="3964434200" sldId="375"/>
        </pc:sldMkLst>
        <pc:spChg chg="mod">
          <ac:chgData name="Chun, Nikki" userId="23a9dea9-b5fb-4c75-a250-ed91f1fe31cc" providerId="ADAL" clId="{3985E600-B3F6-4F73-838B-73A9AC495F9E}" dt="2024-05-31T19:25:58.624" v="6310" actId="14100"/>
          <ac:spMkLst>
            <pc:docMk/>
            <pc:sldMk cId="3964434200" sldId="375"/>
            <ac:spMk id="9" creationId="{C69CC98A-13B9-DAED-1898-477158789855}"/>
          </ac:spMkLst>
        </pc:spChg>
      </pc:sldChg>
      <pc:sldChg chg="add del">
        <pc:chgData name="Chun, Nikki" userId="23a9dea9-b5fb-4c75-a250-ed91f1fe31cc" providerId="ADAL" clId="{3985E600-B3F6-4F73-838B-73A9AC495F9E}" dt="2024-05-31T19:39:49.667" v="6327" actId="2890"/>
        <pc:sldMkLst>
          <pc:docMk/>
          <pc:sldMk cId="1706805682" sldId="376"/>
        </pc:sldMkLst>
      </pc:sldChg>
      <pc:sldChg chg="addSp delSp modSp add mod">
        <pc:chgData name="Chun, Nikki" userId="23a9dea9-b5fb-4c75-a250-ed91f1fe31cc" providerId="ADAL" clId="{3985E600-B3F6-4F73-838B-73A9AC495F9E}" dt="2024-05-31T19:43:25.425" v="6452" actId="20577"/>
        <pc:sldMkLst>
          <pc:docMk/>
          <pc:sldMk cId="2860250107" sldId="376"/>
        </pc:sldMkLst>
        <pc:spChg chg="mod">
          <ac:chgData name="Chun, Nikki" userId="23a9dea9-b5fb-4c75-a250-ed91f1fe31cc" providerId="ADAL" clId="{3985E600-B3F6-4F73-838B-73A9AC495F9E}" dt="2024-05-31T19:43:25.425" v="6452" actId="20577"/>
          <ac:spMkLst>
            <pc:docMk/>
            <pc:sldMk cId="2860250107" sldId="376"/>
            <ac:spMk id="7" creationId="{6ECCCBE2-9C9A-1FDF-96CD-77A446A01701}"/>
          </ac:spMkLst>
        </pc:spChg>
        <pc:graphicFrameChg chg="add mod">
          <ac:chgData name="Chun, Nikki" userId="23a9dea9-b5fb-4c75-a250-ed91f1fe31cc" providerId="ADAL" clId="{3985E600-B3F6-4F73-838B-73A9AC495F9E}" dt="2024-05-31T19:42:33.679" v="6333"/>
          <ac:graphicFrameMkLst>
            <pc:docMk/>
            <pc:sldMk cId="2860250107" sldId="376"/>
            <ac:graphicFrameMk id="4" creationId="{261C73C8-4F6E-C717-270B-B8E954538ABA}"/>
          </ac:graphicFrameMkLst>
        </pc:graphicFrameChg>
        <pc:picChg chg="add">
          <ac:chgData name="Chun, Nikki" userId="23a9dea9-b5fb-4c75-a250-ed91f1fe31cc" providerId="ADAL" clId="{3985E600-B3F6-4F73-838B-73A9AC495F9E}" dt="2024-05-31T19:42:41.045" v="6334"/>
          <ac:picMkLst>
            <pc:docMk/>
            <pc:sldMk cId="2860250107" sldId="376"/>
            <ac:picMk id="5" creationId="{3E663C7E-9AFE-0241-C8C8-8E7D8BEDDD6A}"/>
          </ac:picMkLst>
        </pc:picChg>
        <pc:picChg chg="del">
          <ac:chgData name="Chun, Nikki" userId="23a9dea9-b5fb-4c75-a250-ed91f1fe31cc" providerId="ADAL" clId="{3985E600-B3F6-4F73-838B-73A9AC495F9E}" dt="2024-05-31T19:42:32.583" v="6332" actId="478"/>
          <ac:picMkLst>
            <pc:docMk/>
            <pc:sldMk cId="2860250107" sldId="376"/>
            <ac:picMk id="10" creationId="{C10860BA-F851-BD3A-0EB4-2F0670C9A3E2}"/>
          </ac:picMkLst>
        </pc:picChg>
      </pc:sldChg>
      <pc:sldChg chg="addSp delSp modSp add mod">
        <pc:chgData name="Chun, Nikki" userId="23a9dea9-b5fb-4c75-a250-ed91f1fe31cc" providerId="ADAL" clId="{3985E600-B3F6-4F73-838B-73A9AC495F9E}" dt="2024-05-31T20:04:26.549" v="6821" actId="20577"/>
        <pc:sldMkLst>
          <pc:docMk/>
          <pc:sldMk cId="2758878810" sldId="377"/>
        </pc:sldMkLst>
        <pc:spChg chg="mod">
          <ac:chgData name="Chun, Nikki" userId="23a9dea9-b5fb-4c75-a250-ed91f1fe31cc" providerId="ADAL" clId="{3985E600-B3F6-4F73-838B-73A9AC495F9E}" dt="2024-05-31T19:54:06.203" v="6479" actId="1076"/>
          <ac:spMkLst>
            <pc:docMk/>
            <pc:sldMk cId="2758878810" sldId="377"/>
            <ac:spMk id="3" creationId="{89652A1E-B3F7-E1B2-76ED-8F78E74B9EA9}"/>
          </ac:spMkLst>
        </pc:spChg>
        <pc:spChg chg="mod">
          <ac:chgData name="Chun, Nikki" userId="23a9dea9-b5fb-4c75-a250-ed91f1fe31cc" providerId="ADAL" clId="{3985E600-B3F6-4F73-838B-73A9AC495F9E}" dt="2024-05-31T19:55:45.430" v="6506" actId="1076"/>
          <ac:spMkLst>
            <pc:docMk/>
            <pc:sldMk cId="2758878810" sldId="377"/>
            <ac:spMk id="7" creationId="{6ECCCBE2-9C9A-1FDF-96CD-77A446A01701}"/>
          </ac:spMkLst>
        </pc:spChg>
        <pc:spChg chg="add mod">
          <ac:chgData name="Chun, Nikki" userId="23a9dea9-b5fb-4c75-a250-ed91f1fe31cc" providerId="ADAL" clId="{3985E600-B3F6-4F73-838B-73A9AC495F9E}" dt="2024-05-31T19:56:21.475" v="6560" actId="1076"/>
          <ac:spMkLst>
            <pc:docMk/>
            <pc:sldMk cId="2758878810" sldId="377"/>
            <ac:spMk id="12" creationId="{2262D223-CC1C-497A-7927-37273BDE3154}"/>
          </ac:spMkLst>
        </pc:spChg>
        <pc:spChg chg="add mod">
          <ac:chgData name="Chun, Nikki" userId="23a9dea9-b5fb-4c75-a250-ed91f1fe31cc" providerId="ADAL" clId="{3985E600-B3F6-4F73-838B-73A9AC495F9E}" dt="2024-05-31T19:56:53.349" v="6572" actId="1076"/>
          <ac:spMkLst>
            <pc:docMk/>
            <pc:sldMk cId="2758878810" sldId="377"/>
            <ac:spMk id="13" creationId="{DDC72ED2-7A8D-A82D-5BC7-703E13C25066}"/>
          </ac:spMkLst>
        </pc:spChg>
        <pc:spChg chg="add mod">
          <ac:chgData name="Chun, Nikki" userId="23a9dea9-b5fb-4c75-a250-ed91f1fe31cc" providerId="ADAL" clId="{3985E600-B3F6-4F73-838B-73A9AC495F9E}" dt="2024-05-31T20:04:26.549" v="6821" actId="20577"/>
          <ac:spMkLst>
            <pc:docMk/>
            <pc:sldMk cId="2758878810" sldId="377"/>
            <ac:spMk id="14" creationId="{B3721D6D-7FE3-1D9B-C848-F503E56421B6}"/>
          </ac:spMkLst>
        </pc:spChg>
        <pc:picChg chg="del">
          <ac:chgData name="Chun, Nikki" userId="23a9dea9-b5fb-4c75-a250-ed91f1fe31cc" providerId="ADAL" clId="{3985E600-B3F6-4F73-838B-73A9AC495F9E}" dt="2024-05-31T19:43:48.314" v="6456" actId="478"/>
          <ac:picMkLst>
            <pc:docMk/>
            <pc:sldMk cId="2758878810" sldId="377"/>
            <ac:picMk id="5" creationId="{3E663C7E-9AFE-0241-C8C8-8E7D8BEDDD6A}"/>
          </ac:picMkLst>
        </pc:picChg>
        <pc:picChg chg="add mod">
          <ac:chgData name="Chun, Nikki" userId="23a9dea9-b5fb-4c75-a250-ed91f1fe31cc" providerId="ADAL" clId="{3985E600-B3F6-4F73-838B-73A9AC495F9E}" dt="2024-05-31T19:54:50.089" v="6482" actId="14100"/>
          <ac:picMkLst>
            <pc:docMk/>
            <pc:sldMk cId="2758878810" sldId="377"/>
            <ac:picMk id="6" creationId="{3DFB06DA-9A3E-DBCD-4B84-2DB7B41C4203}"/>
          </ac:picMkLst>
        </pc:picChg>
        <pc:picChg chg="add mod">
          <ac:chgData name="Chun, Nikki" userId="23a9dea9-b5fb-4c75-a250-ed91f1fe31cc" providerId="ADAL" clId="{3985E600-B3F6-4F73-838B-73A9AC495F9E}" dt="2024-05-31T19:55:00.367" v="6485" actId="1076"/>
          <ac:picMkLst>
            <pc:docMk/>
            <pc:sldMk cId="2758878810" sldId="377"/>
            <ac:picMk id="9" creationId="{8C654BD1-906E-D087-3AF0-791B021A06F1}"/>
          </ac:picMkLst>
        </pc:picChg>
        <pc:picChg chg="add mod">
          <ac:chgData name="Chun, Nikki" userId="23a9dea9-b5fb-4c75-a250-ed91f1fe31cc" providerId="ADAL" clId="{3985E600-B3F6-4F73-838B-73A9AC495F9E}" dt="2024-05-31T19:55:06.055" v="6487" actId="14100"/>
          <ac:picMkLst>
            <pc:docMk/>
            <pc:sldMk cId="2758878810" sldId="377"/>
            <ac:picMk id="11" creationId="{CBF4A204-430C-C838-70F5-825EB17DD37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5/30/2024</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5/30/2024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1763878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2</a:t>
            </a:fld>
            <a:endParaRPr lang="en-US" dirty="0"/>
          </a:p>
        </p:txBody>
      </p:sp>
    </p:spTree>
    <p:extLst>
      <p:ext uri="{BB962C8B-B14F-4D97-AF65-F5344CB8AC3E}">
        <p14:creationId xmlns:p14="http://schemas.microsoft.com/office/powerpoint/2010/main" val="390901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3</a:t>
            </a:fld>
            <a:endParaRPr lang="en-US" dirty="0"/>
          </a:p>
        </p:txBody>
      </p:sp>
    </p:spTree>
    <p:extLst>
      <p:ext uri="{BB962C8B-B14F-4D97-AF65-F5344CB8AC3E}">
        <p14:creationId xmlns:p14="http://schemas.microsoft.com/office/powerpoint/2010/main" val="2967979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2829000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5</a:t>
            </a:fld>
            <a:endParaRPr lang="en-US" dirty="0"/>
          </a:p>
        </p:txBody>
      </p:sp>
    </p:spTree>
    <p:extLst>
      <p:ext uri="{BB962C8B-B14F-4D97-AF65-F5344CB8AC3E}">
        <p14:creationId xmlns:p14="http://schemas.microsoft.com/office/powerpoint/2010/main" val="1134377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6</a:t>
            </a:fld>
            <a:endParaRPr lang="en-US" dirty="0"/>
          </a:p>
        </p:txBody>
      </p:sp>
    </p:spTree>
    <p:extLst>
      <p:ext uri="{BB962C8B-B14F-4D97-AF65-F5344CB8AC3E}">
        <p14:creationId xmlns:p14="http://schemas.microsoft.com/office/powerpoint/2010/main" val="3892699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7</a:t>
            </a:fld>
            <a:endParaRPr lang="en-US" dirty="0"/>
          </a:p>
        </p:txBody>
      </p:sp>
    </p:spTree>
    <p:extLst>
      <p:ext uri="{BB962C8B-B14F-4D97-AF65-F5344CB8AC3E}">
        <p14:creationId xmlns:p14="http://schemas.microsoft.com/office/powerpoint/2010/main" val="3407756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8</a:t>
            </a:fld>
            <a:endParaRPr lang="en-US" dirty="0"/>
          </a:p>
        </p:txBody>
      </p:sp>
    </p:spTree>
    <p:extLst>
      <p:ext uri="{BB962C8B-B14F-4D97-AF65-F5344CB8AC3E}">
        <p14:creationId xmlns:p14="http://schemas.microsoft.com/office/powerpoint/2010/main" val="2886394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9</a:t>
            </a:fld>
            <a:endParaRPr lang="en-US" dirty="0"/>
          </a:p>
        </p:txBody>
      </p:sp>
    </p:spTree>
    <p:extLst>
      <p:ext uri="{BB962C8B-B14F-4D97-AF65-F5344CB8AC3E}">
        <p14:creationId xmlns:p14="http://schemas.microsoft.com/office/powerpoint/2010/main" val="3108968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10</a:t>
            </a:fld>
            <a:endParaRPr lang="en-US" dirty="0"/>
          </a:p>
        </p:txBody>
      </p:sp>
    </p:spTree>
    <p:extLst>
      <p:ext uri="{BB962C8B-B14F-4D97-AF65-F5344CB8AC3E}">
        <p14:creationId xmlns:p14="http://schemas.microsoft.com/office/powerpoint/2010/main" val="3752937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11</a:t>
            </a:fld>
            <a:endParaRPr lang="en-US" dirty="0"/>
          </a:p>
        </p:txBody>
      </p:sp>
    </p:spTree>
    <p:extLst>
      <p:ext uri="{BB962C8B-B14F-4D97-AF65-F5344CB8AC3E}">
        <p14:creationId xmlns:p14="http://schemas.microsoft.com/office/powerpoint/2010/main" val="3407099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13</a:t>
            </a:fld>
            <a:endParaRPr lang="en-US" dirty="0"/>
          </a:p>
        </p:txBody>
      </p:sp>
    </p:spTree>
    <p:extLst>
      <p:ext uri="{BB962C8B-B14F-4D97-AF65-F5344CB8AC3E}">
        <p14:creationId xmlns:p14="http://schemas.microsoft.com/office/powerpoint/2010/main" val="431297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15</a:t>
            </a:fld>
            <a:endParaRPr lang="en-US" dirty="0"/>
          </a:p>
        </p:txBody>
      </p:sp>
    </p:spTree>
    <p:extLst>
      <p:ext uri="{BB962C8B-B14F-4D97-AF65-F5344CB8AC3E}">
        <p14:creationId xmlns:p14="http://schemas.microsoft.com/office/powerpoint/2010/main" val="646631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18</a:t>
            </a:fld>
            <a:endParaRPr lang="en-US" dirty="0"/>
          </a:p>
        </p:txBody>
      </p:sp>
    </p:spTree>
    <p:extLst>
      <p:ext uri="{BB962C8B-B14F-4D97-AF65-F5344CB8AC3E}">
        <p14:creationId xmlns:p14="http://schemas.microsoft.com/office/powerpoint/2010/main" val="8196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19</a:t>
            </a:fld>
            <a:endParaRPr lang="en-US" dirty="0"/>
          </a:p>
        </p:txBody>
      </p:sp>
    </p:spTree>
    <p:extLst>
      <p:ext uri="{BB962C8B-B14F-4D97-AF65-F5344CB8AC3E}">
        <p14:creationId xmlns:p14="http://schemas.microsoft.com/office/powerpoint/2010/main" val="2415246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hf hdr="0" ft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kdahlquist/DahlquistLab/tree/master/data/Fall2023/missing%20vs.%20no%20missing%20value%20analysis"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kdahlquist/DahlquistLab/blob/master/R_scripts/Random-Matrix.R"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s://github.com/kdahlquist/DahlquistLab/tree/master/data/Spring2024/Forward%20Simulations" TargetMode="External"/><Relationship Id="rId4" Type="http://schemas.openxmlformats.org/officeDocument/2006/relationships/hyperlink" Target="https://github.com/kdahlquist/DahlquistLab/tree/master/data/Spring2024/Random%20Networks%203%20genes%2C%204%20edges"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dahlquist/DahlquistLab/tree/master/data/Spring2024/Parameter%20Estimation/Alpha%2010%5E-8"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github.com/kdahlquist/DahlquistLab/tree/master/data/Spring2024/Parameter%20Estimation/Alpha%2010%5E-8%20and%20constant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12.xml"/><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kdahlquist/DahlquistLab/tree/master/data/Spring2024/Parameter%20Estimation/Alpha%2010%5E-15"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8.jpg"/><Relationship Id="rId4" Type="http://schemas.openxmlformats.org/officeDocument/2006/relationships/image" Target="../media/image17.jpg"/></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21.jpg"/><Relationship Id="rId4"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526ABF06-5491-8319-408F-AC9C03E64E1E}"/>
              </a:ext>
            </a:extLst>
          </p:cNvPr>
          <p:cNvSpPr>
            <a:spLocks noGrp="1"/>
          </p:cNvSpPr>
          <p:nvPr>
            <p:ph type="title"/>
          </p:nvPr>
        </p:nvSpPr>
        <p:spPr>
          <a:xfrm>
            <a:off x="1326907" y="792532"/>
            <a:ext cx="9538186" cy="5272936"/>
          </a:xfrm>
        </p:spPr>
        <p:txBody>
          <a:bodyPr anchor="ctr"/>
          <a:lstStyle/>
          <a:p>
            <a:r>
              <a:rPr lang="en-US" sz="8000" b="1" dirty="0">
                <a:solidFill>
                  <a:schemeClr val="tx1"/>
                </a:solidFill>
              </a:rPr>
              <a:t>Research Overview</a:t>
            </a:r>
            <a:br>
              <a:rPr lang="en-US" dirty="0">
                <a:solidFill>
                  <a:schemeClr val="tx1"/>
                </a:solidFill>
              </a:rPr>
            </a:br>
            <a:r>
              <a:rPr lang="en-US" dirty="0">
                <a:solidFill>
                  <a:schemeClr val="tx1"/>
                </a:solidFill>
              </a:rPr>
              <a:t>Fall 2023 - Spring 2024</a:t>
            </a:r>
            <a:br>
              <a:rPr lang="en-US" dirty="0">
                <a:solidFill>
                  <a:schemeClr val="tx1"/>
                </a:solidFill>
              </a:rPr>
            </a:br>
            <a:br>
              <a:rPr lang="en-US" dirty="0">
                <a:solidFill>
                  <a:schemeClr val="tx1"/>
                </a:solidFill>
              </a:rPr>
            </a:br>
            <a:r>
              <a:rPr lang="en-US" sz="3600" dirty="0">
                <a:solidFill>
                  <a:schemeClr val="tx1"/>
                </a:solidFill>
              </a:rPr>
              <a:t>Nikki Chun </a:t>
            </a:r>
          </a:p>
        </p:txBody>
      </p:sp>
    </p:spTree>
    <p:extLst>
      <p:ext uri="{BB962C8B-B14F-4D97-AF65-F5344CB8AC3E}">
        <p14:creationId xmlns:p14="http://schemas.microsoft.com/office/powerpoint/2010/main" val="3303844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Missing vs. no missing data output variance </a:t>
            </a:r>
          </a:p>
        </p:txBody>
      </p:sp>
      <p:sp>
        <p:nvSpPr>
          <p:cNvPr id="9" name="Content Placeholder 8">
            <a:extLst>
              <a:ext uri="{FF2B5EF4-FFF2-40B4-BE49-F238E27FC236}">
                <a16:creationId xmlns:a16="http://schemas.microsoft.com/office/drawing/2014/main" id="{C69CC98A-13B9-DAED-1898-477158789855}"/>
              </a:ext>
            </a:extLst>
          </p:cNvPr>
          <p:cNvSpPr>
            <a:spLocks noGrp="1"/>
          </p:cNvSpPr>
          <p:nvPr>
            <p:ph sz="quarter" idx="11"/>
          </p:nvPr>
        </p:nvSpPr>
        <p:spPr>
          <a:xfrm>
            <a:off x="673060" y="5199361"/>
            <a:ext cx="11028760" cy="1045796"/>
          </a:xfrm>
        </p:spPr>
        <p:txBody>
          <a:bodyPr>
            <a:noAutofit/>
          </a:bodyPr>
          <a:lstStyle/>
          <a:p>
            <a:pPr marL="0" indent="0">
              <a:lnSpc>
                <a:spcPct val="120000"/>
              </a:lnSpc>
              <a:spcBef>
                <a:spcPts val="600"/>
              </a:spcBef>
              <a:spcAft>
                <a:spcPts val="600"/>
              </a:spcAft>
              <a:buNone/>
            </a:pPr>
            <a:r>
              <a:rPr lang="en-US" sz="1400" dirty="0"/>
              <a:t>When comparing missing and no missing data sheets from db5 there was a difference in the optimization output of expression data, p’s, b’s, and network weights</a:t>
            </a:r>
          </a:p>
          <a:p>
            <a:pPr marL="0" indent="0">
              <a:lnSpc>
                <a:spcPct val="120000"/>
              </a:lnSpc>
              <a:spcBef>
                <a:spcPts val="600"/>
              </a:spcBef>
              <a:spcAft>
                <a:spcPts val="600"/>
              </a:spcAft>
              <a:buNone/>
            </a:pPr>
            <a:r>
              <a:rPr lang="en-US" sz="1400" dirty="0"/>
              <a:t>Weight variance can be seen clearly in the GRNsight output of the data sheets where magnitude and even sign where altered for 9 of the 24 of the nodes</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2</a:t>
            </a:fld>
            <a:endParaRPr lang="en-US" dirty="0"/>
          </a:p>
        </p:txBody>
      </p:sp>
      <p:grpSp>
        <p:nvGrpSpPr>
          <p:cNvPr id="6" name="Group 5">
            <a:extLst>
              <a:ext uri="{FF2B5EF4-FFF2-40B4-BE49-F238E27FC236}">
                <a16:creationId xmlns:a16="http://schemas.microsoft.com/office/drawing/2014/main" id="{32C6DE3A-85BF-2580-D0CE-F0EEC3F9F2E3}"/>
              </a:ext>
            </a:extLst>
          </p:cNvPr>
          <p:cNvGrpSpPr/>
          <p:nvPr/>
        </p:nvGrpSpPr>
        <p:grpSpPr>
          <a:xfrm>
            <a:off x="1084147" y="1651490"/>
            <a:ext cx="10023705" cy="3189873"/>
            <a:chOff x="929640" y="1768268"/>
            <a:chExt cx="7206898" cy="2283057"/>
          </a:xfrm>
        </p:grpSpPr>
        <p:pic>
          <p:nvPicPr>
            <p:cNvPr id="4" name="Picture 3">
              <a:extLst>
                <a:ext uri="{FF2B5EF4-FFF2-40B4-BE49-F238E27FC236}">
                  <a16:creationId xmlns:a16="http://schemas.microsoft.com/office/drawing/2014/main" id="{72DAD8C9-AC5C-50B5-3B8B-8252056CFA41}"/>
                </a:ext>
              </a:extLst>
            </p:cNvPr>
            <p:cNvPicPr>
              <a:picLocks noChangeAspect="1"/>
            </p:cNvPicPr>
            <p:nvPr/>
          </p:nvPicPr>
          <p:blipFill>
            <a:blip r:embed="rId3"/>
            <a:stretch>
              <a:fillRect/>
            </a:stretch>
          </p:blipFill>
          <p:spPr>
            <a:xfrm>
              <a:off x="929640" y="1768268"/>
              <a:ext cx="3603449" cy="2277843"/>
            </a:xfrm>
            <a:prstGeom prst="rect">
              <a:avLst/>
            </a:prstGeom>
          </p:spPr>
        </p:pic>
        <p:pic>
          <p:nvPicPr>
            <p:cNvPr id="5" name="Picture 4">
              <a:extLst>
                <a:ext uri="{FF2B5EF4-FFF2-40B4-BE49-F238E27FC236}">
                  <a16:creationId xmlns:a16="http://schemas.microsoft.com/office/drawing/2014/main" id="{88453DA0-2784-677F-74B0-0D0F91179A09}"/>
                </a:ext>
              </a:extLst>
            </p:cNvPr>
            <p:cNvPicPr>
              <a:picLocks noChangeAspect="1"/>
            </p:cNvPicPr>
            <p:nvPr/>
          </p:nvPicPr>
          <p:blipFill>
            <a:blip r:embed="rId4"/>
            <a:stretch>
              <a:fillRect/>
            </a:stretch>
          </p:blipFill>
          <p:spPr>
            <a:xfrm>
              <a:off x="4533089" y="1768268"/>
              <a:ext cx="3603449" cy="2283057"/>
            </a:xfrm>
            <a:prstGeom prst="rect">
              <a:avLst/>
            </a:prstGeom>
          </p:spPr>
        </p:pic>
      </p:grpSp>
    </p:spTree>
    <p:extLst>
      <p:ext uri="{BB962C8B-B14F-4D97-AF65-F5344CB8AC3E}">
        <p14:creationId xmlns:p14="http://schemas.microsoft.com/office/powerpoint/2010/main" val="1157531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Incorrect input worksheet for no missing data</a:t>
            </a:r>
          </a:p>
        </p:txBody>
      </p:sp>
      <p:sp>
        <p:nvSpPr>
          <p:cNvPr id="9" name="Content Placeholder 8">
            <a:extLst>
              <a:ext uri="{FF2B5EF4-FFF2-40B4-BE49-F238E27FC236}">
                <a16:creationId xmlns:a16="http://schemas.microsoft.com/office/drawing/2014/main" id="{C69CC98A-13B9-DAED-1898-477158789855}"/>
              </a:ext>
            </a:extLst>
          </p:cNvPr>
          <p:cNvSpPr>
            <a:spLocks noGrp="1"/>
          </p:cNvSpPr>
          <p:nvPr>
            <p:ph sz="quarter" idx="11"/>
          </p:nvPr>
        </p:nvSpPr>
        <p:spPr>
          <a:xfrm>
            <a:off x="929640" y="1741252"/>
            <a:ext cx="10347960" cy="4241260"/>
          </a:xfrm>
        </p:spPr>
        <p:txBody>
          <a:bodyPr>
            <a:noAutofit/>
          </a:bodyPr>
          <a:lstStyle/>
          <a:p>
            <a:pPr>
              <a:lnSpc>
                <a:spcPct val="120000"/>
              </a:lnSpc>
              <a:spcBef>
                <a:spcPts val="600"/>
              </a:spcBef>
              <a:spcAft>
                <a:spcPts val="600"/>
              </a:spcAft>
            </a:pPr>
            <a:r>
              <a:rPr lang="en-US" dirty="0"/>
              <a:t>It was expected that outputs for missing vs. no missing data networks would be similar or even identical so the difference in outputs led us to investigate reasons why this difference may have </a:t>
            </a:r>
            <a:r>
              <a:rPr lang="en-US" dirty="0" err="1"/>
              <a:t>occured</a:t>
            </a:r>
            <a:endParaRPr lang="en-US" dirty="0"/>
          </a:p>
          <a:p>
            <a:pPr>
              <a:lnSpc>
                <a:spcPct val="120000"/>
              </a:lnSpc>
              <a:spcBef>
                <a:spcPts val="600"/>
              </a:spcBef>
              <a:spcAft>
                <a:spcPts val="600"/>
              </a:spcAft>
            </a:pPr>
            <a:r>
              <a:rPr lang="en-US" dirty="0"/>
              <a:t>Analysis of the input workbooks for the no missing data sheets revealed that some of the calculated values that were replacing the missing data points were incorrect </a:t>
            </a:r>
          </a:p>
          <a:p>
            <a:pPr lvl="1">
              <a:lnSpc>
                <a:spcPct val="120000"/>
              </a:lnSpc>
              <a:spcBef>
                <a:spcPts val="600"/>
              </a:spcBef>
              <a:spcAft>
                <a:spcPts val="600"/>
              </a:spcAft>
            </a:pPr>
            <a:r>
              <a:rPr lang="en-US" dirty="0"/>
              <a:t>The missing data points were supposed to be filled with the average expression data value from each timepoint, but several of those values on the db5 workbook were incorrect </a:t>
            </a:r>
          </a:p>
          <a:p>
            <a:pPr lvl="1">
              <a:lnSpc>
                <a:spcPct val="120000"/>
              </a:lnSpc>
              <a:spcBef>
                <a:spcPts val="600"/>
              </a:spcBef>
              <a:spcAft>
                <a:spcPts val="600"/>
              </a:spcAft>
            </a:pPr>
            <a:r>
              <a:rPr lang="en-US" dirty="0"/>
              <a:t>Filling the missing datapoints with the average doesn’t change the average value for each timepoint, so the fact that the values were wrong caused the averages to be different which would likely alter the results</a:t>
            </a:r>
          </a:p>
          <a:p>
            <a:pPr>
              <a:lnSpc>
                <a:spcPct val="120000"/>
              </a:lnSpc>
              <a:spcBef>
                <a:spcPts val="600"/>
              </a:spcBef>
              <a:spcAft>
                <a:spcPts val="600"/>
              </a:spcAft>
            </a:pPr>
            <a:r>
              <a:rPr lang="en-US" dirty="0"/>
              <a:t>After this finding, the other workbooks were checked and some of the filled missing values for the other gene networks (db1-db7) were also found to be incorrect</a:t>
            </a:r>
          </a:p>
          <a:p>
            <a:pPr>
              <a:lnSpc>
                <a:spcPct val="120000"/>
              </a:lnSpc>
              <a:spcBef>
                <a:spcPts val="600"/>
              </a:spcBef>
              <a:spcAft>
                <a:spcPts val="600"/>
              </a:spcAft>
            </a:pPr>
            <a:r>
              <a:rPr lang="en-US" dirty="0"/>
              <a:t>These values were then </a:t>
            </a:r>
            <a:r>
              <a:rPr lang="en-US" dirty="0">
                <a:hlinkClick r:id="rId3"/>
              </a:rPr>
              <a:t>manually corrected </a:t>
            </a:r>
            <a:r>
              <a:rPr lang="en-US" dirty="0"/>
              <a:t>and run through GRNmap again</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3964434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Missing vs. corrected no missing data output variance </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4</a:t>
            </a:fld>
            <a:endParaRPr lang="en-US" dirty="0"/>
          </a:p>
        </p:txBody>
      </p:sp>
      <p:sp>
        <p:nvSpPr>
          <p:cNvPr id="7" name="Content Placeholder 8">
            <a:extLst>
              <a:ext uri="{FF2B5EF4-FFF2-40B4-BE49-F238E27FC236}">
                <a16:creationId xmlns:a16="http://schemas.microsoft.com/office/drawing/2014/main" id="{6ECCCBE2-9C9A-1FDF-96CD-77A446A01701}"/>
              </a:ext>
            </a:extLst>
          </p:cNvPr>
          <p:cNvSpPr txBox="1">
            <a:spLocks/>
          </p:cNvSpPr>
          <p:nvPr/>
        </p:nvSpPr>
        <p:spPr>
          <a:xfrm>
            <a:off x="929640" y="5089732"/>
            <a:ext cx="11028760" cy="10315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1000"/>
              </a:spcBef>
              <a:spcAft>
                <a:spcPts val="1200"/>
              </a:spcAft>
              <a:buFont typeface="Arial" panose="020B0604020202020204" pitchFamily="34" charset="0"/>
              <a:buChar char="•"/>
              <a:defRPr sz="16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1000"/>
              </a:spcBef>
              <a:spcAft>
                <a:spcPts val="1200"/>
              </a:spcAft>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Font typeface="Arial" panose="020B0604020202020204" pitchFamily="34" charset="0"/>
              <a:buNone/>
            </a:pPr>
            <a:r>
              <a:rPr lang="en-US" sz="1400" dirty="0"/>
              <a:t>There was slight improvement in the different between missing and no missing data outputs when the replaced missing values were corrected</a:t>
            </a:r>
          </a:p>
        </p:txBody>
      </p:sp>
      <p:pic>
        <p:nvPicPr>
          <p:cNvPr id="10" name="Picture 9">
            <a:extLst>
              <a:ext uri="{FF2B5EF4-FFF2-40B4-BE49-F238E27FC236}">
                <a16:creationId xmlns:a16="http://schemas.microsoft.com/office/drawing/2014/main" id="{C10860BA-F851-BD3A-0EB4-2F0670C9A3E2}"/>
              </a:ext>
            </a:extLst>
          </p:cNvPr>
          <p:cNvPicPr>
            <a:picLocks noChangeAspect="1"/>
          </p:cNvPicPr>
          <p:nvPr/>
        </p:nvPicPr>
        <p:blipFill>
          <a:blip r:embed="rId3"/>
          <a:stretch>
            <a:fillRect/>
          </a:stretch>
        </p:blipFill>
        <p:spPr>
          <a:xfrm>
            <a:off x="2186940" y="1782652"/>
            <a:ext cx="7818120" cy="3307080"/>
          </a:xfrm>
          <a:prstGeom prst="rect">
            <a:avLst/>
          </a:prstGeom>
        </p:spPr>
      </p:pic>
    </p:spTree>
    <p:extLst>
      <p:ext uri="{BB962C8B-B14F-4D97-AF65-F5344CB8AC3E}">
        <p14:creationId xmlns:p14="http://schemas.microsoft.com/office/powerpoint/2010/main" val="1067513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Missing vs. corrected no missing data output variance </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5</a:t>
            </a:fld>
            <a:endParaRPr lang="en-US" dirty="0"/>
          </a:p>
        </p:txBody>
      </p:sp>
      <p:sp>
        <p:nvSpPr>
          <p:cNvPr id="7" name="Content Placeholder 8">
            <a:extLst>
              <a:ext uri="{FF2B5EF4-FFF2-40B4-BE49-F238E27FC236}">
                <a16:creationId xmlns:a16="http://schemas.microsoft.com/office/drawing/2014/main" id="{6ECCCBE2-9C9A-1FDF-96CD-77A446A01701}"/>
              </a:ext>
            </a:extLst>
          </p:cNvPr>
          <p:cNvSpPr txBox="1">
            <a:spLocks/>
          </p:cNvSpPr>
          <p:nvPr/>
        </p:nvSpPr>
        <p:spPr>
          <a:xfrm>
            <a:off x="929640" y="5089732"/>
            <a:ext cx="11028760" cy="10315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1000"/>
              </a:spcBef>
              <a:spcAft>
                <a:spcPts val="1200"/>
              </a:spcAft>
              <a:buFont typeface="Arial" panose="020B0604020202020204" pitchFamily="34" charset="0"/>
              <a:buChar char="•"/>
              <a:defRPr sz="16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1000"/>
              </a:spcBef>
              <a:spcAft>
                <a:spcPts val="1200"/>
              </a:spcAft>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Font typeface="Arial" panose="020B0604020202020204" pitchFamily="34" charset="0"/>
              <a:buNone/>
            </a:pPr>
            <a:r>
              <a:rPr lang="en-US" sz="1400" dirty="0"/>
              <a:t>There was a larger % difference between the optimized B’s than the optimized production rates</a:t>
            </a:r>
          </a:p>
        </p:txBody>
      </p:sp>
      <p:pic>
        <p:nvPicPr>
          <p:cNvPr id="5" name="Picture 4">
            <a:extLst>
              <a:ext uri="{FF2B5EF4-FFF2-40B4-BE49-F238E27FC236}">
                <a16:creationId xmlns:a16="http://schemas.microsoft.com/office/drawing/2014/main" id="{3E663C7E-9AFE-0241-C8C8-8E7D8BEDDD6A}"/>
              </a:ext>
            </a:extLst>
          </p:cNvPr>
          <p:cNvPicPr>
            <a:picLocks noChangeAspect="1"/>
          </p:cNvPicPr>
          <p:nvPr/>
        </p:nvPicPr>
        <p:blipFill>
          <a:blip r:embed="rId3"/>
          <a:stretch>
            <a:fillRect/>
          </a:stretch>
        </p:blipFill>
        <p:spPr>
          <a:xfrm>
            <a:off x="2186940" y="1775460"/>
            <a:ext cx="7818120" cy="3307080"/>
          </a:xfrm>
          <a:prstGeom prst="rect">
            <a:avLst/>
          </a:prstGeom>
        </p:spPr>
      </p:pic>
    </p:spTree>
    <p:extLst>
      <p:ext uri="{BB962C8B-B14F-4D97-AF65-F5344CB8AC3E}">
        <p14:creationId xmlns:p14="http://schemas.microsoft.com/office/powerpoint/2010/main" val="2860250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Missing vs. corrected no missing data output variance </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6</a:t>
            </a:fld>
            <a:endParaRPr lang="en-US" dirty="0"/>
          </a:p>
        </p:txBody>
      </p:sp>
      <p:sp>
        <p:nvSpPr>
          <p:cNvPr id="7" name="Content Placeholder 8">
            <a:extLst>
              <a:ext uri="{FF2B5EF4-FFF2-40B4-BE49-F238E27FC236}">
                <a16:creationId xmlns:a16="http://schemas.microsoft.com/office/drawing/2014/main" id="{6ECCCBE2-9C9A-1FDF-96CD-77A446A01701}"/>
              </a:ext>
            </a:extLst>
          </p:cNvPr>
          <p:cNvSpPr txBox="1">
            <a:spLocks/>
          </p:cNvSpPr>
          <p:nvPr/>
        </p:nvSpPr>
        <p:spPr>
          <a:xfrm>
            <a:off x="1834312" y="4046111"/>
            <a:ext cx="1794105" cy="357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1000"/>
              </a:spcBef>
              <a:spcAft>
                <a:spcPts val="1200"/>
              </a:spcAft>
              <a:buFont typeface="Arial" panose="020B0604020202020204" pitchFamily="34" charset="0"/>
              <a:buChar char="•"/>
              <a:defRPr sz="16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1000"/>
              </a:spcBef>
              <a:spcAft>
                <a:spcPts val="1200"/>
              </a:spcAft>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600"/>
              </a:spcBef>
              <a:spcAft>
                <a:spcPts val="600"/>
              </a:spcAft>
              <a:buFont typeface="Arial" panose="020B0604020202020204" pitchFamily="34" charset="0"/>
              <a:buNone/>
            </a:pPr>
            <a:r>
              <a:rPr lang="en-US" sz="1400" dirty="0"/>
              <a:t>Missing values</a:t>
            </a:r>
          </a:p>
        </p:txBody>
      </p:sp>
      <p:pic>
        <p:nvPicPr>
          <p:cNvPr id="6" name="Picture 5">
            <a:extLst>
              <a:ext uri="{FF2B5EF4-FFF2-40B4-BE49-F238E27FC236}">
                <a16:creationId xmlns:a16="http://schemas.microsoft.com/office/drawing/2014/main" id="{3DFB06DA-9A3E-DBCD-4B84-2DB7B41C4203}"/>
              </a:ext>
            </a:extLst>
          </p:cNvPr>
          <p:cNvPicPr>
            <a:picLocks noChangeAspect="1"/>
          </p:cNvPicPr>
          <p:nvPr/>
        </p:nvPicPr>
        <p:blipFill>
          <a:blip r:embed="rId3"/>
          <a:stretch>
            <a:fillRect/>
          </a:stretch>
        </p:blipFill>
        <p:spPr>
          <a:xfrm>
            <a:off x="929640" y="1768268"/>
            <a:ext cx="3603449" cy="2277843"/>
          </a:xfrm>
          <a:prstGeom prst="rect">
            <a:avLst/>
          </a:prstGeom>
        </p:spPr>
      </p:pic>
      <p:pic>
        <p:nvPicPr>
          <p:cNvPr id="9" name="Picture 8">
            <a:extLst>
              <a:ext uri="{FF2B5EF4-FFF2-40B4-BE49-F238E27FC236}">
                <a16:creationId xmlns:a16="http://schemas.microsoft.com/office/drawing/2014/main" id="{8C654BD1-906E-D087-3AF0-791B021A06F1}"/>
              </a:ext>
            </a:extLst>
          </p:cNvPr>
          <p:cNvPicPr>
            <a:picLocks noChangeAspect="1"/>
          </p:cNvPicPr>
          <p:nvPr/>
        </p:nvPicPr>
        <p:blipFill>
          <a:blip r:embed="rId4"/>
          <a:stretch>
            <a:fillRect/>
          </a:stretch>
        </p:blipFill>
        <p:spPr>
          <a:xfrm>
            <a:off x="4533089" y="1768268"/>
            <a:ext cx="3603449" cy="2283057"/>
          </a:xfrm>
          <a:prstGeom prst="rect">
            <a:avLst/>
          </a:prstGeom>
        </p:spPr>
      </p:pic>
      <p:pic>
        <p:nvPicPr>
          <p:cNvPr id="11" name="Picture 10">
            <a:extLst>
              <a:ext uri="{FF2B5EF4-FFF2-40B4-BE49-F238E27FC236}">
                <a16:creationId xmlns:a16="http://schemas.microsoft.com/office/drawing/2014/main" id="{CBF4A204-430C-C838-70F5-825EB17DD372}"/>
              </a:ext>
            </a:extLst>
          </p:cNvPr>
          <p:cNvPicPr>
            <a:picLocks noChangeAspect="1"/>
          </p:cNvPicPr>
          <p:nvPr/>
        </p:nvPicPr>
        <p:blipFill>
          <a:blip r:embed="rId5"/>
          <a:stretch>
            <a:fillRect/>
          </a:stretch>
        </p:blipFill>
        <p:spPr>
          <a:xfrm>
            <a:off x="8136538" y="1768268"/>
            <a:ext cx="3590645" cy="2277843"/>
          </a:xfrm>
          <a:prstGeom prst="rect">
            <a:avLst/>
          </a:prstGeom>
        </p:spPr>
      </p:pic>
      <p:sp>
        <p:nvSpPr>
          <p:cNvPr id="12" name="Content Placeholder 8">
            <a:extLst>
              <a:ext uri="{FF2B5EF4-FFF2-40B4-BE49-F238E27FC236}">
                <a16:creationId xmlns:a16="http://schemas.microsoft.com/office/drawing/2014/main" id="{2262D223-CC1C-497A-7927-37273BDE3154}"/>
              </a:ext>
            </a:extLst>
          </p:cNvPr>
          <p:cNvSpPr txBox="1">
            <a:spLocks/>
          </p:cNvSpPr>
          <p:nvPr/>
        </p:nvSpPr>
        <p:spPr>
          <a:xfrm>
            <a:off x="5220266" y="4046110"/>
            <a:ext cx="2229094" cy="357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1000"/>
              </a:spcBef>
              <a:spcAft>
                <a:spcPts val="1200"/>
              </a:spcAft>
              <a:buFont typeface="Arial" panose="020B0604020202020204" pitchFamily="34" charset="0"/>
              <a:buChar char="•"/>
              <a:defRPr sz="16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1000"/>
              </a:spcBef>
              <a:spcAft>
                <a:spcPts val="1200"/>
              </a:spcAft>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600"/>
              </a:spcBef>
              <a:spcAft>
                <a:spcPts val="600"/>
              </a:spcAft>
              <a:buFont typeface="Arial" panose="020B0604020202020204" pitchFamily="34" charset="0"/>
              <a:buNone/>
            </a:pPr>
            <a:r>
              <a:rPr lang="en-US" sz="1400" dirty="0"/>
              <a:t>Original no missing values</a:t>
            </a:r>
          </a:p>
        </p:txBody>
      </p:sp>
      <p:sp>
        <p:nvSpPr>
          <p:cNvPr id="13" name="Content Placeholder 8">
            <a:extLst>
              <a:ext uri="{FF2B5EF4-FFF2-40B4-BE49-F238E27FC236}">
                <a16:creationId xmlns:a16="http://schemas.microsoft.com/office/drawing/2014/main" id="{DDC72ED2-7A8D-A82D-5BC7-703E13C25066}"/>
              </a:ext>
            </a:extLst>
          </p:cNvPr>
          <p:cNvSpPr txBox="1">
            <a:spLocks/>
          </p:cNvSpPr>
          <p:nvPr/>
        </p:nvSpPr>
        <p:spPr>
          <a:xfrm>
            <a:off x="8817313" y="4046109"/>
            <a:ext cx="2229094" cy="357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1000"/>
              </a:spcBef>
              <a:spcAft>
                <a:spcPts val="1200"/>
              </a:spcAft>
              <a:buFont typeface="Arial" panose="020B0604020202020204" pitchFamily="34" charset="0"/>
              <a:buChar char="•"/>
              <a:defRPr sz="16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1000"/>
              </a:spcBef>
              <a:spcAft>
                <a:spcPts val="1200"/>
              </a:spcAft>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600"/>
              </a:spcBef>
              <a:spcAft>
                <a:spcPts val="600"/>
              </a:spcAft>
              <a:buFont typeface="Arial" panose="020B0604020202020204" pitchFamily="34" charset="0"/>
              <a:buNone/>
            </a:pPr>
            <a:r>
              <a:rPr lang="en-US" sz="1400" dirty="0"/>
              <a:t>Corrected no missing values</a:t>
            </a:r>
          </a:p>
        </p:txBody>
      </p:sp>
      <p:sp>
        <p:nvSpPr>
          <p:cNvPr id="14" name="Content Placeholder 8">
            <a:extLst>
              <a:ext uri="{FF2B5EF4-FFF2-40B4-BE49-F238E27FC236}">
                <a16:creationId xmlns:a16="http://schemas.microsoft.com/office/drawing/2014/main" id="{B3721D6D-7FE3-1D9B-C848-F503E56421B6}"/>
              </a:ext>
            </a:extLst>
          </p:cNvPr>
          <p:cNvSpPr txBox="1">
            <a:spLocks/>
          </p:cNvSpPr>
          <p:nvPr/>
        </p:nvSpPr>
        <p:spPr>
          <a:xfrm>
            <a:off x="673060" y="5089732"/>
            <a:ext cx="11028760" cy="10315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1000"/>
              </a:spcBef>
              <a:spcAft>
                <a:spcPts val="1200"/>
              </a:spcAft>
              <a:buFont typeface="Arial" panose="020B0604020202020204" pitchFamily="34" charset="0"/>
              <a:buChar char="•"/>
              <a:defRPr sz="16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1000"/>
              </a:spcBef>
              <a:spcAft>
                <a:spcPts val="1200"/>
              </a:spcAft>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Font typeface="Arial" panose="020B0604020202020204" pitchFamily="34" charset="0"/>
              <a:buNone/>
            </a:pPr>
            <a:r>
              <a:rPr lang="en-US" sz="1400" dirty="0"/>
              <a:t>Compared to the missing value GRN, there were 9 nodes that switched signs for the original no missing value GRN. The corrected no missing value GRN compared to the missing value GRN had 7 nodes that switched signs. </a:t>
            </a:r>
          </a:p>
        </p:txBody>
      </p:sp>
    </p:spTree>
    <p:extLst>
      <p:ext uri="{BB962C8B-B14F-4D97-AF65-F5344CB8AC3E}">
        <p14:creationId xmlns:p14="http://schemas.microsoft.com/office/powerpoint/2010/main" val="2758878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Alpha value of 0.002 vs. 0.02</a:t>
            </a:r>
          </a:p>
        </p:txBody>
      </p:sp>
      <p:sp>
        <p:nvSpPr>
          <p:cNvPr id="9" name="Content Placeholder 8">
            <a:extLst>
              <a:ext uri="{FF2B5EF4-FFF2-40B4-BE49-F238E27FC236}">
                <a16:creationId xmlns:a16="http://schemas.microsoft.com/office/drawing/2014/main" id="{C69CC98A-13B9-DAED-1898-477158789855}"/>
              </a:ext>
            </a:extLst>
          </p:cNvPr>
          <p:cNvSpPr>
            <a:spLocks noGrp="1"/>
          </p:cNvSpPr>
          <p:nvPr>
            <p:ph sz="quarter" idx="11"/>
          </p:nvPr>
        </p:nvSpPr>
        <p:spPr>
          <a:xfrm>
            <a:off x="929640" y="2016638"/>
            <a:ext cx="10347960" cy="3965873"/>
          </a:xfrm>
        </p:spPr>
        <p:txBody>
          <a:bodyPr>
            <a:noAutofit/>
          </a:bodyPr>
          <a:lstStyle/>
          <a:p>
            <a:pPr>
              <a:lnSpc>
                <a:spcPct val="120000"/>
              </a:lnSpc>
              <a:spcBef>
                <a:spcPts val="600"/>
              </a:spcBef>
              <a:spcAft>
                <a:spcPts val="600"/>
              </a:spcAft>
            </a:pPr>
            <a:r>
              <a:rPr lang="en-US" dirty="0"/>
              <a:t>Since the differences between the missing and no missing value networks were still so different, we continued to investigate why</a:t>
            </a:r>
          </a:p>
          <a:p>
            <a:pPr>
              <a:lnSpc>
                <a:spcPct val="120000"/>
              </a:lnSpc>
              <a:spcBef>
                <a:spcPts val="600"/>
              </a:spcBef>
              <a:spcAft>
                <a:spcPts val="600"/>
              </a:spcAft>
            </a:pPr>
            <a:r>
              <a:rPr lang="en-US" dirty="0"/>
              <a:t>It was discovered that the input workbooks for all the GRNs had an alpha value of 0.002 rather than the expected 0.02</a:t>
            </a:r>
          </a:p>
          <a:p>
            <a:pPr>
              <a:lnSpc>
                <a:spcPct val="120000"/>
              </a:lnSpc>
              <a:spcBef>
                <a:spcPts val="600"/>
              </a:spcBef>
              <a:spcAft>
                <a:spcPts val="600"/>
              </a:spcAft>
            </a:pPr>
            <a:r>
              <a:rPr lang="en-US" dirty="0"/>
              <a:t>Workbooks 1, 2, and 5 were rerun with the corrected alpha value</a:t>
            </a:r>
          </a:p>
          <a:p>
            <a:pPr marL="0" indent="0">
              <a:lnSpc>
                <a:spcPct val="120000"/>
              </a:lnSpc>
              <a:spcBef>
                <a:spcPts val="600"/>
              </a:spcBef>
              <a:spcAft>
                <a:spcPts val="600"/>
              </a:spcAft>
              <a:buNone/>
            </a:pPr>
            <a:r>
              <a:rPr lang="en-US" dirty="0"/>
              <a:t>Ultimately, it was found that an alpha value of 0.02 is more suitable with an alpha value of 0.002 causing overfitting</a:t>
            </a:r>
          </a:p>
          <a:p>
            <a:pPr>
              <a:lnSpc>
                <a:spcPct val="120000"/>
              </a:lnSpc>
              <a:spcBef>
                <a:spcPts val="600"/>
              </a:spcBef>
              <a:spcAft>
                <a:spcPts val="600"/>
              </a:spcAft>
            </a:pPr>
            <a:endParaRPr lang="en-US" dirty="0"/>
          </a:p>
          <a:p>
            <a:pPr marL="0" indent="0">
              <a:lnSpc>
                <a:spcPct val="120000"/>
              </a:lnSpc>
              <a:spcBef>
                <a:spcPts val="600"/>
              </a:spcBef>
              <a:spcAft>
                <a:spcPts val="600"/>
              </a:spcAft>
              <a:buNone/>
            </a:pPr>
            <a:endParaRPr lang="en-US" dirty="0"/>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3734029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Db5 production rate comparisons</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8</a:t>
            </a:fld>
            <a:endParaRPr lang="en-US" dirty="0"/>
          </a:p>
        </p:txBody>
      </p:sp>
      <p:pic>
        <p:nvPicPr>
          <p:cNvPr id="5" name="Picture 4">
            <a:extLst>
              <a:ext uri="{FF2B5EF4-FFF2-40B4-BE49-F238E27FC236}">
                <a16:creationId xmlns:a16="http://schemas.microsoft.com/office/drawing/2014/main" id="{DD9A9FFA-4503-C82D-B348-29FAD8C13E63}"/>
              </a:ext>
            </a:extLst>
          </p:cNvPr>
          <p:cNvPicPr>
            <a:picLocks noChangeAspect="1"/>
          </p:cNvPicPr>
          <p:nvPr/>
        </p:nvPicPr>
        <p:blipFill>
          <a:blip r:embed="rId3"/>
          <a:stretch>
            <a:fillRect/>
          </a:stretch>
        </p:blipFill>
        <p:spPr>
          <a:xfrm>
            <a:off x="929639" y="2016637"/>
            <a:ext cx="5242725" cy="3637085"/>
          </a:xfrm>
          <a:prstGeom prst="rect">
            <a:avLst/>
          </a:prstGeom>
        </p:spPr>
      </p:pic>
      <p:sp>
        <p:nvSpPr>
          <p:cNvPr id="6" name="Content Placeholder 5">
            <a:extLst>
              <a:ext uri="{FF2B5EF4-FFF2-40B4-BE49-F238E27FC236}">
                <a16:creationId xmlns:a16="http://schemas.microsoft.com/office/drawing/2014/main" id="{7E9B3771-0B3D-F1A7-E76E-5C9B6E6BFB1E}"/>
              </a:ext>
            </a:extLst>
          </p:cNvPr>
          <p:cNvSpPr>
            <a:spLocks noGrp="1"/>
          </p:cNvSpPr>
          <p:nvPr>
            <p:ph sz="quarter" idx="11"/>
          </p:nvPr>
        </p:nvSpPr>
        <p:spPr/>
        <p:txBody>
          <a:bodyPr/>
          <a:lstStyle/>
          <a:p>
            <a:pPr marL="0" indent="0">
              <a:buNone/>
            </a:pPr>
            <a:r>
              <a:rPr lang="en-US" dirty="0"/>
              <a:t>An alpha value of 0.02 caused the difference in P values to be smaller between the missing and no missing values </a:t>
            </a:r>
          </a:p>
          <a:p>
            <a:r>
              <a:rPr lang="en-US" dirty="0"/>
              <a:t>The maximum difference between missing and no missing with and alpha value of 0.002 was about 222% larger than the maximum difference when the alpha was 0.02</a:t>
            </a:r>
          </a:p>
          <a:p>
            <a:r>
              <a:rPr lang="en-US" dirty="0"/>
              <a:t>The mean difference is about 67% larger for an alpha value of 0.002 than an alpha value of 0.02</a:t>
            </a:r>
          </a:p>
        </p:txBody>
      </p:sp>
    </p:spTree>
    <p:extLst>
      <p:ext uri="{BB962C8B-B14F-4D97-AF65-F5344CB8AC3E}">
        <p14:creationId xmlns:p14="http://schemas.microsoft.com/office/powerpoint/2010/main" val="3884608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Db5 B value comparisons</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9</a:t>
            </a:fld>
            <a:endParaRPr lang="en-US" dirty="0"/>
          </a:p>
        </p:txBody>
      </p:sp>
      <p:pic>
        <p:nvPicPr>
          <p:cNvPr id="5" name="Picture 4">
            <a:extLst>
              <a:ext uri="{FF2B5EF4-FFF2-40B4-BE49-F238E27FC236}">
                <a16:creationId xmlns:a16="http://schemas.microsoft.com/office/drawing/2014/main" id="{DD9A9FFA-4503-C82D-B348-29FAD8C13E63}"/>
              </a:ext>
            </a:extLst>
          </p:cNvPr>
          <p:cNvPicPr>
            <a:picLocks noChangeAspect="1"/>
          </p:cNvPicPr>
          <p:nvPr/>
        </p:nvPicPr>
        <p:blipFill>
          <a:blip r:embed="rId3"/>
          <a:srcRect/>
          <a:stretch/>
        </p:blipFill>
        <p:spPr>
          <a:xfrm>
            <a:off x="1034388" y="2016637"/>
            <a:ext cx="5033227" cy="3637085"/>
          </a:xfrm>
          <a:prstGeom prst="rect">
            <a:avLst/>
          </a:prstGeom>
        </p:spPr>
      </p:pic>
      <p:sp>
        <p:nvSpPr>
          <p:cNvPr id="6" name="Content Placeholder 5">
            <a:extLst>
              <a:ext uri="{FF2B5EF4-FFF2-40B4-BE49-F238E27FC236}">
                <a16:creationId xmlns:a16="http://schemas.microsoft.com/office/drawing/2014/main" id="{7E9B3771-0B3D-F1A7-E76E-5C9B6E6BFB1E}"/>
              </a:ext>
            </a:extLst>
          </p:cNvPr>
          <p:cNvSpPr>
            <a:spLocks noGrp="1"/>
          </p:cNvSpPr>
          <p:nvPr>
            <p:ph sz="quarter" idx="11"/>
          </p:nvPr>
        </p:nvSpPr>
        <p:spPr/>
        <p:txBody>
          <a:bodyPr/>
          <a:lstStyle/>
          <a:p>
            <a:pPr marL="0" indent="0">
              <a:buNone/>
            </a:pPr>
            <a:r>
              <a:rPr lang="en-US" dirty="0"/>
              <a:t>Additionally alpha value of 0.02 caused the difference in B values to be smaller between the missing and no missing values </a:t>
            </a:r>
          </a:p>
          <a:p>
            <a:r>
              <a:rPr lang="en-US" dirty="0"/>
              <a:t>The maximum difference between missing and no missing with and alpha value of 0.002 was about 65% larger than the maximum difference when the alpha was 0.02</a:t>
            </a:r>
          </a:p>
          <a:p>
            <a:r>
              <a:rPr lang="en-US" dirty="0"/>
              <a:t>The mean difference is about 260% larger for an alpha value of 0.002 than an alpha value of 0.02</a:t>
            </a:r>
          </a:p>
        </p:txBody>
      </p:sp>
    </p:spTree>
    <p:extLst>
      <p:ext uri="{BB962C8B-B14F-4D97-AF65-F5344CB8AC3E}">
        <p14:creationId xmlns:p14="http://schemas.microsoft.com/office/powerpoint/2010/main" val="2401055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Db5 weights comparisons</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10</a:t>
            </a:fld>
            <a:endParaRPr lang="en-US" dirty="0"/>
          </a:p>
        </p:txBody>
      </p:sp>
      <p:pic>
        <p:nvPicPr>
          <p:cNvPr id="5" name="Picture 4">
            <a:extLst>
              <a:ext uri="{FF2B5EF4-FFF2-40B4-BE49-F238E27FC236}">
                <a16:creationId xmlns:a16="http://schemas.microsoft.com/office/drawing/2014/main" id="{DD9A9FFA-4503-C82D-B348-29FAD8C13E63}"/>
              </a:ext>
            </a:extLst>
          </p:cNvPr>
          <p:cNvPicPr>
            <a:picLocks noChangeAspect="1"/>
          </p:cNvPicPr>
          <p:nvPr/>
        </p:nvPicPr>
        <p:blipFill>
          <a:blip r:embed="rId3"/>
          <a:srcRect/>
          <a:stretch/>
        </p:blipFill>
        <p:spPr>
          <a:xfrm>
            <a:off x="1093762" y="1534838"/>
            <a:ext cx="4697437" cy="4951539"/>
          </a:xfrm>
          <a:prstGeom prst="rect">
            <a:avLst/>
          </a:prstGeom>
        </p:spPr>
      </p:pic>
      <p:sp>
        <p:nvSpPr>
          <p:cNvPr id="6" name="Content Placeholder 5">
            <a:extLst>
              <a:ext uri="{FF2B5EF4-FFF2-40B4-BE49-F238E27FC236}">
                <a16:creationId xmlns:a16="http://schemas.microsoft.com/office/drawing/2014/main" id="{7E9B3771-0B3D-F1A7-E76E-5C9B6E6BFB1E}"/>
              </a:ext>
            </a:extLst>
          </p:cNvPr>
          <p:cNvSpPr>
            <a:spLocks noGrp="1"/>
          </p:cNvSpPr>
          <p:nvPr>
            <p:ph sz="quarter" idx="11"/>
          </p:nvPr>
        </p:nvSpPr>
        <p:spPr/>
        <p:txBody>
          <a:bodyPr/>
          <a:lstStyle/>
          <a:p>
            <a:r>
              <a:rPr lang="en-US" dirty="0"/>
              <a:t>The maximum difference in magnitude between missing and no missing with and alpha value of 0.002 was about 150% larger than the maximum difference when the alpha was 0.02</a:t>
            </a:r>
          </a:p>
          <a:p>
            <a:r>
              <a:rPr lang="en-US" dirty="0"/>
              <a:t>The mean difference is about 60% larger for an alpha value of 0.002 than an alpha value of 0.02</a:t>
            </a:r>
          </a:p>
          <a:p>
            <a:r>
              <a:rPr lang="en-US" dirty="0"/>
              <a:t>There were, however, 2 more weights with sign changed when the alpha value was 0.02</a:t>
            </a:r>
          </a:p>
        </p:txBody>
      </p:sp>
    </p:spTree>
    <p:extLst>
      <p:ext uri="{BB962C8B-B14F-4D97-AF65-F5344CB8AC3E}">
        <p14:creationId xmlns:p14="http://schemas.microsoft.com/office/powerpoint/2010/main" val="2966672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Creation of “toy” network overview</a:t>
            </a:r>
          </a:p>
        </p:txBody>
      </p:sp>
      <p:sp>
        <p:nvSpPr>
          <p:cNvPr id="9" name="Content Placeholder 8">
            <a:extLst>
              <a:ext uri="{FF2B5EF4-FFF2-40B4-BE49-F238E27FC236}">
                <a16:creationId xmlns:a16="http://schemas.microsoft.com/office/drawing/2014/main" id="{C69CC98A-13B9-DAED-1898-477158789855}"/>
              </a:ext>
            </a:extLst>
          </p:cNvPr>
          <p:cNvSpPr>
            <a:spLocks noGrp="1"/>
          </p:cNvSpPr>
          <p:nvPr>
            <p:ph sz="quarter" idx="11"/>
          </p:nvPr>
        </p:nvSpPr>
        <p:spPr>
          <a:xfrm>
            <a:off x="929640" y="2153285"/>
            <a:ext cx="10515600" cy="3500438"/>
          </a:xfrm>
        </p:spPr>
        <p:txBody>
          <a:bodyPr>
            <a:normAutofit/>
          </a:bodyPr>
          <a:lstStyle/>
          <a:p>
            <a:pPr marL="0" indent="0">
              <a:lnSpc>
                <a:spcPct val="100000"/>
              </a:lnSpc>
              <a:buNone/>
            </a:pPr>
            <a:r>
              <a:rPr lang="en-US" dirty="0"/>
              <a:t>Necessary because of variances between GRNmap outputs of data from missing and no missing data network even with an altered alpha value</a:t>
            </a:r>
          </a:p>
          <a:p>
            <a:pPr marL="0" indent="0">
              <a:lnSpc>
                <a:spcPct val="100000"/>
              </a:lnSpc>
              <a:buNone/>
            </a:pPr>
            <a:r>
              <a:rPr lang="en-US" dirty="0"/>
              <a:t>Purpose: Generate a network with 3 nodes and 4 edges for further analysis</a:t>
            </a:r>
          </a:p>
          <a:p>
            <a:pPr marL="0" indent="0">
              <a:lnSpc>
                <a:spcPct val="100000"/>
              </a:lnSpc>
              <a:spcBef>
                <a:spcPts val="0"/>
              </a:spcBef>
              <a:spcAft>
                <a:spcPts val="0"/>
              </a:spcAft>
              <a:buNone/>
            </a:pPr>
            <a:r>
              <a:rPr lang="en-US" dirty="0"/>
              <a:t>Methods: </a:t>
            </a:r>
          </a:p>
          <a:p>
            <a:pPr>
              <a:lnSpc>
                <a:spcPct val="100000"/>
              </a:lnSpc>
              <a:spcBef>
                <a:spcPts val="0"/>
              </a:spcBef>
              <a:spcAft>
                <a:spcPts val="0"/>
              </a:spcAft>
            </a:pPr>
            <a:r>
              <a:rPr lang="en-US" dirty="0"/>
              <a:t>Used one of the </a:t>
            </a:r>
            <a:r>
              <a:rPr lang="en-US" dirty="0">
                <a:hlinkClick r:id="rId3"/>
              </a:rPr>
              <a:t>R scripts</a:t>
            </a:r>
            <a:r>
              <a:rPr lang="en-US" dirty="0"/>
              <a:t> on the GitHub to attempt to generate all possible connected networks of </a:t>
            </a:r>
            <a:r>
              <a:rPr lang="en-US" dirty="0">
                <a:hlinkClick r:id="rId4"/>
              </a:rPr>
              <a:t>3 nodes and 4 edges</a:t>
            </a:r>
            <a:endParaRPr lang="en-US" dirty="0"/>
          </a:p>
          <a:p>
            <a:pPr>
              <a:lnSpc>
                <a:spcPct val="100000"/>
              </a:lnSpc>
              <a:spcBef>
                <a:spcPts val="0"/>
              </a:spcBef>
              <a:spcAft>
                <a:spcPts val="0"/>
              </a:spcAft>
            </a:pPr>
            <a:r>
              <a:rPr lang="en-US" dirty="0"/>
              <a:t>Averages of db5 data were taken to use as P’s and B’s </a:t>
            </a:r>
          </a:p>
          <a:p>
            <a:pPr>
              <a:lnSpc>
                <a:spcPct val="100000"/>
              </a:lnSpc>
              <a:spcBef>
                <a:spcPts val="0"/>
              </a:spcBef>
              <a:spcAft>
                <a:spcPts val="0"/>
              </a:spcAft>
            </a:pPr>
            <a:r>
              <a:rPr lang="en-US" dirty="0">
                <a:hlinkClick r:id="rId5"/>
              </a:rPr>
              <a:t>Forward simulations </a:t>
            </a:r>
            <a:r>
              <a:rPr lang="en-US" dirty="0"/>
              <a:t>were then conducted to generate the expression data</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485500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30F7A-25F6-CA14-635C-D251C427E665}"/>
              </a:ext>
            </a:extLst>
          </p:cNvPr>
          <p:cNvSpPr>
            <a:spLocks noGrp="1"/>
          </p:cNvSpPr>
          <p:nvPr>
            <p:ph type="title"/>
          </p:nvPr>
        </p:nvSpPr>
        <p:spPr/>
        <p:txBody>
          <a:bodyPr/>
          <a:lstStyle/>
          <a:p>
            <a:r>
              <a:rPr lang="en-US" dirty="0"/>
              <a:t>Network data derived from forward simulation</a:t>
            </a:r>
          </a:p>
        </p:txBody>
      </p:sp>
      <p:pic>
        <p:nvPicPr>
          <p:cNvPr id="7" name="Picture Placeholder 6">
            <a:extLst>
              <a:ext uri="{FF2B5EF4-FFF2-40B4-BE49-F238E27FC236}">
                <a16:creationId xmlns:a16="http://schemas.microsoft.com/office/drawing/2014/main" id="{5DF875E9-61F8-5610-7FA5-7C5329756AF2}"/>
              </a:ext>
            </a:extLst>
          </p:cNvPr>
          <p:cNvPicPr>
            <a:picLocks noGrp="1" noRot="1" noChangeAspect="1" noMove="1" noResize="1" noEditPoints="1" noAdjustHandles="1" noChangeArrowheads="1" noChangeShapeType="1" noCrop="1"/>
          </p:cNvPicPr>
          <p:nvPr>
            <p:ph type="pic" sz="quarter" idx="11"/>
          </p:nvPr>
        </p:nvPicPr>
        <p:blipFill>
          <a:blip r:embed="rId2"/>
          <a:srcRect l="7723" r="7723"/>
          <a:stretch/>
        </p:blipFill>
        <p:spPr>
          <a:xfrm>
            <a:off x="916169" y="2152650"/>
            <a:ext cx="4825061" cy="3943873"/>
          </a:xfrm>
        </p:spPr>
      </p:pic>
      <p:graphicFrame>
        <p:nvGraphicFramePr>
          <p:cNvPr id="8" name="Content Placeholder 7">
            <a:extLst>
              <a:ext uri="{FF2B5EF4-FFF2-40B4-BE49-F238E27FC236}">
                <a16:creationId xmlns:a16="http://schemas.microsoft.com/office/drawing/2014/main" id="{E3D4FB89-C0BD-95E0-C344-6E85874F6B65}"/>
              </a:ext>
            </a:extLst>
          </p:cNvPr>
          <p:cNvGraphicFramePr>
            <a:graphicFrameLocks noGrp="1"/>
          </p:cNvGraphicFramePr>
          <p:nvPr>
            <p:ph sz="quarter" idx="10"/>
            <p:extLst>
              <p:ext uri="{D42A27DB-BD31-4B8C-83A1-F6EECF244321}">
                <p14:modId xmlns:p14="http://schemas.microsoft.com/office/powerpoint/2010/main" val="3876289349"/>
              </p:ext>
            </p:extLst>
          </p:nvPr>
        </p:nvGraphicFramePr>
        <p:xfrm>
          <a:off x="8476422" y="2535089"/>
          <a:ext cx="2798003" cy="1112520"/>
        </p:xfrm>
        <a:graphic>
          <a:graphicData uri="http://schemas.openxmlformats.org/drawingml/2006/table">
            <a:tbl>
              <a:tblPr bandCol="1">
                <a:tableStyleId>{5FD0F851-EC5A-4D38-B0AD-8093EC10F338}</a:tableStyleId>
              </a:tblPr>
              <a:tblGrid>
                <a:gridCol w="1868487">
                  <a:extLst>
                    <a:ext uri="{9D8B030D-6E8A-4147-A177-3AD203B41FA5}">
                      <a16:colId xmlns:a16="http://schemas.microsoft.com/office/drawing/2014/main" val="1495549566"/>
                    </a:ext>
                  </a:extLst>
                </a:gridCol>
                <a:gridCol w="929516">
                  <a:extLst>
                    <a:ext uri="{9D8B030D-6E8A-4147-A177-3AD203B41FA5}">
                      <a16:colId xmlns:a16="http://schemas.microsoft.com/office/drawing/2014/main" val="2671013571"/>
                    </a:ext>
                  </a:extLst>
                </a:gridCol>
              </a:tblGrid>
              <a:tr h="370840">
                <a:tc>
                  <a:txBody>
                    <a:bodyPr/>
                    <a:lstStyle/>
                    <a:p>
                      <a:r>
                        <a:rPr lang="en-US" dirty="0"/>
                        <a:t>Production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0.30644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8261828"/>
                  </a:ext>
                </a:extLst>
              </a:tr>
              <a:tr h="370840">
                <a:tc>
                  <a:txBody>
                    <a:bodyPr/>
                    <a:lstStyle/>
                    <a:p>
                      <a:r>
                        <a:rPr lang="en-US" dirty="0"/>
                        <a:t>Degradation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0.15323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805374"/>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8881386"/>
                  </a:ext>
                </a:extLst>
              </a:tr>
            </a:tbl>
          </a:graphicData>
        </a:graphic>
      </p:graphicFrame>
      <p:sp>
        <p:nvSpPr>
          <p:cNvPr id="5" name="Slide Number Placeholder 4">
            <a:extLst>
              <a:ext uri="{FF2B5EF4-FFF2-40B4-BE49-F238E27FC236}">
                <a16:creationId xmlns:a16="http://schemas.microsoft.com/office/drawing/2014/main" id="{FA93C86D-498C-0E72-1B11-0B583F02D52B}"/>
              </a:ext>
            </a:extLst>
          </p:cNvPr>
          <p:cNvSpPr>
            <a:spLocks noGrp="1"/>
          </p:cNvSpPr>
          <p:nvPr>
            <p:ph type="sldNum" sz="quarter" idx="4"/>
          </p:nvPr>
        </p:nvSpPr>
        <p:spPr/>
        <p:txBody>
          <a:bodyPr/>
          <a:lstStyle/>
          <a:p>
            <a:fld id="{B5CEABB6-07DC-46E8-9B57-56EC44A396E5}" type="slidenum">
              <a:rPr lang="en-US" smtClean="0"/>
              <a:pPr/>
              <a:t>12</a:t>
            </a:fld>
            <a:endParaRPr lang="en-US" dirty="0"/>
          </a:p>
        </p:txBody>
      </p:sp>
      <p:graphicFrame>
        <p:nvGraphicFramePr>
          <p:cNvPr id="9" name="Table 8">
            <a:extLst>
              <a:ext uri="{FF2B5EF4-FFF2-40B4-BE49-F238E27FC236}">
                <a16:creationId xmlns:a16="http://schemas.microsoft.com/office/drawing/2014/main" id="{03A3C7A0-1A6F-D613-7AEA-C60760CF8CD5}"/>
              </a:ext>
            </a:extLst>
          </p:cNvPr>
          <p:cNvGraphicFramePr>
            <a:graphicFrameLocks noGrp="1"/>
          </p:cNvGraphicFramePr>
          <p:nvPr>
            <p:extLst>
              <p:ext uri="{D42A27DB-BD31-4B8C-83A1-F6EECF244321}">
                <p14:modId xmlns:p14="http://schemas.microsoft.com/office/powerpoint/2010/main" val="4000925525"/>
              </p:ext>
            </p:extLst>
          </p:nvPr>
        </p:nvGraphicFramePr>
        <p:xfrm>
          <a:off x="6059971" y="4157836"/>
          <a:ext cx="5214454" cy="1854200"/>
        </p:xfrm>
        <a:graphic>
          <a:graphicData uri="http://schemas.openxmlformats.org/drawingml/2006/table">
            <a:tbl>
              <a:tblPr>
                <a:tableStyleId>{5FD0F851-EC5A-4D38-B0AD-8093EC10F338}</a:tableStyleId>
              </a:tblPr>
              <a:tblGrid>
                <a:gridCol w="785329">
                  <a:extLst>
                    <a:ext uri="{9D8B030D-6E8A-4147-A177-3AD203B41FA5}">
                      <a16:colId xmlns:a16="http://schemas.microsoft.com/office/drawing/2014/main" val="1875881586"/>
                    </a:ext>
                  </a:extLst>
                </a:gridCol>
                <a:gridCol w="1600200">
                  <a:extLst>
                    <a:ext uri="{9D8B030D-6E8A-4147-A177-3AD203B41FA5}">
                      <a16:colId xmlns:a16="http://schemas.microsoft.com/office/drawing/2014/main" val="3449809954"/>
                    </a:ext>
                  </a:extLst>
                </a:gridCol>
                <a:gridCol w="1419225">
                  <a:extLst>
                    <a:ext uri="{9D8B030D-6E8A-4147-A177-3AD203B41FA5}">
                      <a16:colId xmlns:a16="http://schemas.microsoft.com/office/drawing/2014/main" val="552942006"/>
                    </a:ext>
                  </a:extLst>
                </a:gridCol>
                <a:gridCol w="1409700">
                  <a:extLst>
                    <a:ext uri="{9D8B030D-6E8A-4147-A177-3AD203B41FA5}">
                      <a16:colId xmlns:a16="http://schemas.microsoft.com/office/drawing/2014/main" val="2227016962"/>
                    </a:ext>
                  </a:extLst>
                </a:gridCol>
              </a:tblGrid>
              <a:tr h="370840">
                <a:tc gridSpan="4">
                  <a:txBody>
                    <a:bodyPr/>
                    <a:lstStyle/>
                    <a:p>
                      <a:pPr algn="ctr"/>
                      <a:r>
                        <a:rPr lang="en-US" dirty="0"/>
                        <a:t>Expression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6514548"/>
                  </a:ext>
                </a:extLst>
              </a:tr>
              <a:tr h="370840">
                <a:tc>
                  <a:txBody>
                    <a:bodyPr/>
                    <a:lstStyle/>
                    <a:p>
                      <a:r>
                        <a:rPr lang="en-US" dirty="0"/>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5290591"/>
                  </a:ext>
                </a:extLst>
              </a:tr>
              <a:tr h="370840">
                <a:tc>
                  <a:txBody>
                    <a:bodyPr/>
                    <a:lstStyle/>
                    <a:p>
                      <a:r>
                        <a:rPr lang="en-US" dirty="0"/>
                        <a:t>gene1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0.426021278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0.423962034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0.419529208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3414836"/>
                  </a:ext>
                </a:extLst>
              </a:tr>
              <a:tr h="370840">
                <a:tc>
                  <a:txBody>
                    <a:bodyPr/>
                    <a:lstStyle/>
                    <a:p>
                      <a:r>
                        <a:rPr lang="en-US" dirty="0"/>
                        <a:t>gene2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-1.03989826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-1.248269014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-1.265979944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5438142"/>
                  </a:ext>
                </a:extLst>
              </a:tr>
              <a:tr h="370840">
                <a:tc>
                  <a:txBody>
                    <a:bodyPr/>
                    <a:lstStyle/>
                    <a:p>
                      <a:r>
                        <a:rPr lang="en-US" dirty="0"/>
                        <a:t>gene3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-2.145961699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-2.865096631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-2.954936982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091837"/>
                  </a:ext>
                </a:extLst>
              </a:tr>
            </a:tbl>
          </a:graphicData>
        </a:graphic>
      </p:graphicFrame>
      <p:sp>
        <p:nvSpPr>
          <p:cNvPr id="10" name="TextBox 9">
            <a:extLst>
              <a:ext uri="{FF2B5EF4-FFF2-40B4-BE49-F238E27FC236}">
                <a16:creationId xmlns:a16="http://schemas.microsoft.com/office/drawing/2014/main" id="{26446AA6-4156-1F59-FC5E-CE084AA71CD0}"/>
              </a:ext>
            </a:extLst>
          </p:cNvPr>
          <p:cNvSpPr txBox="1"/>
          <p:nvPr/>
        </p:nvSpPr>
        <p:spPr>
          <a:xfrm>
            <a:off x="1066800" y="4019811"/>
            <a:ext cx="364202" cy="369332"/>
          </a:xfrm>
          <a:prstGeom prst="rect">
            <a:avLst/>
          </a:prstGeom>
          <a:noFill/>
        </p:spPr>
        <p:txBody>
          <a:bodyPr wrap="none" rtlCol="0">
            <a:spAutoFit/>
          </a:bodyPr>
          <a:lstStyle/>
          <a:p>
            <a:r>
              <a:rPr lang="en-US" dirty="0"/>
              <a:t>-1</a:t>
            </a:r>
          </a:p>
        </p:txBody>
      </p:sp>
      <p:sp>
        <p:nvSpPr>
          <p:cNvPr id="11" name="TextBox 10">
            <a:extLst>
              <a:ext uri="{FF2B5EF4-FFF2-40B4-BE49-F238E27FC236}">
                <a16:creationId xmlns:a16="http://schemas.microsoft.com/office/drawing/2014/main" id="{D4B42A60-BEB0-FD9F-A103-7BEA3964BCB3}"/>
              </a:ext>
            </a:extLst>
          </p:cNvPr>
          <p:cNvSpPr txBox="1"/>
          <p:nvPr/>
        </p:nvSpPr>
        <p:spPr>
          <a:xfrm>
            <a:off x="2124075" y="4019811"/>
            <a:ext cx="364202" cy="369332"/>
          </a:xfrm>
          <a:prstGeom prst="rect">
            <a:avLst/>
          </a:prstGeom>
          <a:noFill/>
        </p:spPr>
        <p:txBody>
          <a:bodyPr wrap="none" rtlCol="0">
            <a:spAutoFit/>
          </a:bodyPr>
          <a:lstStyle/>
          <a:p>
            <a:r>
              <a:rPr lang="en-US" dirty="0"/>
              <a:t>-2</a:t>
            </a:r>
          </a:p>
        </p:txBody>
      </p:sp>
      <p:sp>
        <p:nvSpPr>
          <p:cNvPr id="12" name="TextBox 11">
            <a:extLst>
              <a:ext uri="{FF2B5EF4-FFF2-40B4-BE49-F238E27FC236}">
                <a16:creationId xmlns:a16="http://schemas.microsoft.com/office/drawing/2014/main" id="{B4471FC2-5AA0-25A5-3A27-7B8DA344600A}"/>
              </a:ext>
            </a:extLst>
          </p:cNvPr>
          <p:cNvSpPr txBox="1"/>
          <p:nvPr/>
        </p:nvSpPr>
        <p:spPr>
          <a:xfrm>
            <a:off x="3476625" y="3162300"/>
            <a:ext cx="295274" cy="369332"/>
          </a:xfrm>
          <a:prstGeom prst="rect">
            <a:avLst/>
          </a:prstGeom>
          <a:noFill/>
        </p:spPr>
        <p:txBody>
          <a:bodyPr wrap="none" rtlCol="0">
            <a:spAutoFit/>
          </a:bodyPr>
          <a:lstStyle/>
          <a:p>
            <a:r>
              <a:rPr lang="en-US" dirty="0"/>
              <a:t>2</a:t>
            </a:r>
          </a:p>
        </p:txBody>
      </p:sp>
      <p:sp>
        <p:nvSpPr>
          <p:cNvPr id="13" name="TextBox 12">
            <a:extLst>
              <a:ext uri="{FF2B5EF4-FFF2-40B4-BE49-F238E27FC236}">
                <a16:creationId xmlns:a16="http://schemas.microsoft.com/office/drawing/2014/main" id="{0BD6FF54-664C-61DA-33B6-E1A97D6E4E38}"/>
              </a:ext>
            </a:extLst>
          </p:cNvPr>
          <p:cNvSpPr txBox="1"/>
          <p:nvPr/>
        </p:nvSpPr>
        <p:spPr>
          <a:xfrm>
            <a:off x="3476625" y="2165757"/>
            <a:ext cx="364202" cy="369332"/>
          </a:xfrm>
          <a:prstGeom prst="rect">
            <a:avLst/>
          </a:prstGeom>
          <a:noFill/>
        </p:spPr>
        <p:txBody>
          <a:bodyPr wrap="none" rtlCol="0">
            <a:spAutoFit/>
          </a:bodyPr>
          <a:lstStyle/>
          <a:p>
            <a:r>
              <a:rPr lang="en-US" dirty="0"/>
              <a:t>-1</a:t>
            </a:r>
          </a:p>
        </p:txBody>
      </p:sp>
    </p:spTree>
    <p:extLst>
      <p:ext uri="{BB962C8B-B14F-4D97-AF65-F5344CB8AC3E}">
        <p14:creationId xmlns:p14="http://schemas.microsoft.com/office/powerpoint/2010/main" val="4279197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Alpha value manipulation overview</a:t>
            </a:r>
          </a:p>
        </p:txBody>
      </p:sp>
      <p:sp>
        <p:nvSpPr>
          <p:cNvPr id="9" name="Content Placeholder 8">
            <a:extLst>
              <a:ext uri="{FF2B5EF4-FFF2-40B4-BE49-F238E27FC236}">
                <a16:creationId xmlns:a16="http://schemas.microsoft.com/office/drawing/2014/main" id="{C69CC98A-13B9-DAED-1898-477158789855}"/>
              </a:ext>
            </a:extLst>
          </p:cNvPr>
          <p:cNvSpPr>
            <a:spLocks noGrp="1"/>
          </p:cNvSpPr>
          <p:nvPr>
            <p:ph sz="quarter" idx="11"/>
          </p:nvPr>
        </p:nvSpPr>
        <p:spPr>
          <a:xfrm>
            <a:off x="929640" y="2153285"/>
            <a:ext cx="10515600" cy="3500438"/>
          </a:xfrm>
        </p:spPr>
        <p:txBody>
          <a:bodyPr>
            <a:normAutofit/>
          </a:bodyPr>
          <a:lstStyle/>
          <a:p>
            <a:pPr marL="0" indent="0">
              <a:lnSpc>
                <a:spcPct val="100000"/>
              </a:lnSpc>
              <a:buNone/>
            </a:pPr>
            <a:r>
              <a:rPr lang="en-US" dirty="0"/>
              <a:t>A series of manipulation to the data was then conducted beginning with using a smaller alpha. </a:t>
            </a:r>
          </a:p>
          <a:p>
            <a:pPr marL="342900" lvl="2" indent="-342900">
              <a:lnSpc>
                <a:spcPct val="100000"/>
              </a:lnSpc>
            </a:pPr>
            <a:r>
              <a:rPr lang="en-US" sz="2000" b="0" dirty="0"/>
              <a:t>Since there is inherently no noise in our model, a smaller alpha was needed</a:t>
            </a:r>
          </a:p>
          <a:p>
            <a:pPr marL="0" lvl="1" indent="0">
              <a:lnSpc>
                <a:spcPct val="100000"/>
              </a:lnSpc>
              <a:buNone/>
            </a:pPr>
            <a:r>
              <a:rPr lang="en-US" sz="2000" dirty="0"/>
              <a:t>Alpha values of </a:t>
            </a:r>
            <a:r>
              <a:rPr lang="en-US" sz="2000" dirty="0">
                <a:hlinkClick r:id="rId3"/>
              </a:rPr>
              <a:t>10^-8 </a:t>
            </a:r>
            <a:r>
              <a:rPr lang="en-US" sz="2000" dirty="0"/>
              <a:t>and then combinations of this smaller alpha value and also holding the </a:t>
            </a:r>
            <a:r>
              <a:rPr lang="en-US" sz="2000" dirty="0">
                <a:hlinkClick r:id="rId4"/>
              </a:rPr>
              <a:t>P’s and B’s constant</a:t>
            </a:r>
            <a:r>
              <a:rPr lang="en-US" sz="2000" dirty="0"/>
              <a:t> were used as inputs</a:t>
            </a:r>
          </a:p>
          <a:p>
            <a:pPr lvl="1">
              <a:lnSpc>
                <a:spcPct val="100000"/>
              </a:lnSpc>
              <a:buFont typeface="Arial" panose="020B0604020202020204" pitchFamily="34" charset="0"/>
              <a:buChar char="•"/>
            </a:pPr>
            <a:r>
              <a:rPr lang="en-US" sz="2000" b="0" dirty="0"/>
              <a:t>There continued to be variance between the expression data and the expected expression data from the forward simulation</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13</a:t>
            </a:fld>
            <a:endParaRPr lang="en-US" dirty="0"/>
          </a:p>
        </p:txBody>
      </p:sp>
    </p:spTree>
    <p:extLst>
      <p:ext uri="{BB962C8B-B14F-4D97-AF65-F5344CB8AC3E}">
        <p14:creationId xmlns:p14="http://schemas.microsoft.com/office/powerpoint/2010/main" val="1214735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6EFDE-2915-B3D3-3874-DD5FC3706F62}"/>
              </a:ext>
            </a:extLst>
          </p:cNvPr>
          <p:cNvSpPr>
            <a:spLocks noGrp="1"/>
          </p:cNvSpPr>
          <p:nvPr>
            <p:ph type="title"/>
          </p:nvPr>
        </p:nvSpPr>
        <p:spPr/>
        <p:txBody>
          <a:bodyPr/>
          <a:lstStyle/>
          <a:p>
            <a:r>
              <a:rPr lang="en-US" dirty="0"/>
              <a:t>Output data comparisons</a:t>
            </a:r>
          </a:p>
        </p:txBody>
      </p:sp>
      <p:graphicFrame>
        <p:nvGraphicFramePr>
          <p:cNvPr id="5" name="Table Placeholder 4">
            <a:extLst>
              <a:ext uri="{FF2B5EF4-FFF2-40B4-BE49-F238E27FC236}">
                <a16:creationId xmlns:a16="http://schemas.microsoft.com/office/drawing/2014/main" id="{180524BC-B464-F349-E3FF-29DBEB7E6569}"/>
              </a:ext>
            </a:extLst>
          </p:cNvPr>
          <p:cNvGraphicFramePr>
            <a:graphicFrameLocks noGrp="1"/>
          </p:cNvGraphicFramePr>
          <p:nvPr>
            <p:ph type="tbl" sz="quarter" idx="10"/>
            <p:extLst>
              <p:ext uri="{D42A27DB-BD31-4B8C-83A1-F6EECF244321}">
                <p14:modId xmlns:p14="http://schemas.microsoft.com/office/powerpoint/2010/main" val="1249788207"/>
              </p:ext>
            </p:extLst>
          </p:nvPr>
        </p:nvGraphicFramePr>
        <p:xfrm>
          <a:off x="930275" y="2168525"/>
          <a:ext cx="8984434" cy="3114040"/>
        </p:xfrm>
        <a:graphic>
          <a:graphicData uri="http://schemas.openxmlformats.org/drawingml/2006/table">
            <a:tbl>
              <a:tblPr firstRow="1">
                <a:tableStyleId>{5FD0F851-EC5A-4D38-B0AD-8093EC10F338}</a:tableStyleId>
              </a:tblPr>
              <a:tblGrid>
                <a:gridCol w="2066289">
                  <a:extLst>
                    <a:ext uri="{9D8B030D-6E8A-4147-A177-3AD203B41FA5}">
                      <a16:colId xmlns:a16="http://schemas.microsoft.com/office/drawing/2014/main" val="903321377"/>
                    </a:ext>
                  </a:extLst>
                </a:gridCol>
                <a:gridCol w="2066289">
                  <a:extLst>
                    <a:ext uri="{9D8B030D-6E8A-4147-A177-3AD203B41FA5}">
                      <a16:colId xmlns:a16="http://schemas.microsoft.com/office/drawing/2014/main" val="3314737319"/>
                    </a:ext>
                  </a:extLst>
                </a:gridCol>
                <a:gridCol w="2066289">
                  <a:extLst>
                    <a:ext uri="{9D8B030D-6E8A-4147-A177-3AD203B41FA5}">
                      <a16:colId xmlns:a16="http://schemas.microsoft.com/office/drawing/2014/main" val="1289661721"/>
                    </a:ext>
                  </a:extLst>
                </a:gridCol>
                <a:gridCol w="2785567">
                  <a:extLst>
                    <a:ext uri="{9D8B030D-6E8A-4147-A177-3AD203B41FA5}">
                      <a16:colId xmlns:a16="http://schemas.microsoft.com/office/drawing/2014/main" val="3123421071"/>
                    </a:ext>
                  </a:extLst>
                </a:gridCol>
              </a:tblGrid>
              <a:tr h="370840">
                <a:tc>
                  <a:txBody>
                    <a:bodyPr/>
                    <a:lstStyle/>
                    <a:p>
                      <a:r>
                        <a:rPr lang="en-US" dirty="0">
                          <a:latin typeface="+mn-lt"/>
                        </a:rPr>
                        <a:t>Alpha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n-lt"/>
                        </a:rPr>
                        <a:t>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n-lt"/>
                        </a:rPr>
                        <a:t>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n-lt"/>
                        </a:rPr>
                        <a:t>Weights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2431553"/>
                  </a:ext>
                </a:extLst>
              </a:tr>
              <a:tr h="370840">
                <a:tc>
                  <a:txBody>
                    <a:bodyPr/>
                    <a:lstStyle/>
                    <a:p>
                      <a:r>
                        <a:rPr lang="en-US" dirty="0">
                          <a:latin typeface="+mn-lt"/>
                        </a:rPr>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n-lt"/>
                        </a:rPr>
                        <a:t>gene1: 0.390145</a:t>
                      </a:r>
                    </a:p>
                    <a:p>
                      <a:r>
                        <a:rPr lang="en-US" dirty="0">
                          <a:latin typeface="+mn-lt"/>
                        </a:rPr>
                        <a:t>gene2: 0.131109</a:t>
                      </a:r>
                    </a:p>
                    <a:p>
                      <a:r>
                        <a:rPr lang="en-US" dirty="0">
                          <a:latin typeface="+mn-lt"/>
                        </a:rPr>
                        <a:t>gene3: 0.041794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n-lt"/>
                        </a:rPr>
                        <a:t>gene1: -0.06465</a:t>
                      </a:r>
                    </a:p>
                    <a:p>
                      <a:r>
                        <a:rPr lang="en-US" dirty="0">
                          <a:latin typeface="+mn-lt"/>
                        </a:rPr>
                        <a:t>gene2: -0.00779</a:t>
                      </a:r>
                    </a:p>
                    <a:p>
                      <a:r>
                        <a:rPr lang="en-US" dirty="0">
                          <a:latin typeface="+mn-lt"/>
                        </a:rPr>
                        <a:t>gene3: 0.001361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3108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2x10</a:t>
                      </a:r>
                      <a:r>
                        <a:rPr lang="en-US" baseline="30000" dirty="0">
                          <a:latin typeface="+mn-lt"/>
                        </a:rPr>
                        <a:t>8</a:t>
                      </a:r>
                      <a:endParaRPr lang="en-US" dirty="0">
                        <a:latin typeface="+mn-lt"/>
                      </a:endParaRPr>
                    </a:p>
                    <a:p>
                      <a:r>
                        <a:rPr lang="en-US" sz="1200" dirty="0">
                          <a:latin typeface="+mn-lt"/>
                        </a:rPr>
                        <a:t>(holding P’s and B’s constant)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2">
                              <a:lumMod val="50000"/>
                            </a:schemeClr>
                          </a:solidFill>
                          <a:latin typeface="+mn-lt"/>
                        </a:rPr>
                        <a:t>gene1: </a:t>
                      </a:r>
                      <a:r>
                        <a:rPr lang="en-US" dirty="0">
                          <a:solidFill>
                            <a:schemeClr val="bg2">
                              <a:lumMod val="50000"/>
                            </a:schemeClr>
                          </a:solidFill>
                        </a:rPr>
                        <a:t>0.30644</a:t>
                      </a:r>
                      <a:endParaRPr lang="en-US" dirty="0">
                        <a:solidFill>
                          <a:schemeClr val="bg2">
                            <a:lumMod val="50000"/>
                          </a:schemeClr>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2">
                              <a:lumMod val="50000"/>
                            </a:schemeClr>
                          </a:solidFill>
                          <a:latin typeface="+mn-lt"/>
                        </a:rPr>
                        <a:t>gene2: </a:t>
                      </a:r>
                      <a:r>
                        <a:rPr lang="en-US" dirty="0">
                          <a:solidFill>
                            <a:schemeClr val="bg2">
                              <a:lumMod val="50000"/>
                            </a:schemeClr>
                          </a:solidFill>
                        </a:rPr>
                        <a:t>0.30644</a:t>
                      </a:r>
                      <a:endParaRPr lang="en-US" dirty="0">
                        <a:solidFill>
                          <a:schemeClr val="bg2">
                            <a:lumMod val="50000"/>
                          </a:schemeClr>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2">
                              <a:lumMod val="50000"/>
                            </a:schemeClr>
                          </a:solidFill>
                          <a:latin typeface="+mn-lt"/>
                        </a:rPr>
                        <a:t>gene3: </a:t>
                      </a:r>
                      <a:r>
                        <a:rPr lang="en-US" dirty="0">
                          <a:solidFill>
                            <a:schemeClr val="bg2">
                              <a:lumMod val="50000"/>
                            </a:schemeClr>
                          </a:solidFill>
                        </a:rPr>
                        <a:t>0.30644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50000"/>
                            </a:schemeClr>
                          </a:solidFill>
                          <a:latin typeface="+mn-lt"/>
                        </a:rPr>
                        <a:t>gene1: 0</a:t>
                      </a:r>
                    </a:p>
                    <a:p>
                      <a:r>
                        <a:rPr lang="en-US" dirty="0">
                          <a:solidFill>
                            <a:schemeClr val="bg2">
                              <a:lumMod val="50000"/>
                            </a:schemeClr>
                          </a:solidFill>
                          <a:latin typeface="+mn-lt"/>
                        </a:rPr>
                        <a:t>gene2: 0</a:t>
                      </a:r>
                    </a:p>
                    <a:p>
                      <a:r>
                        <a:rPr lang="en-US" dirty="0">
                          <a:solidFill>
                            <a:schemeClr val="bg2">
                              <a:lumMod val="50000"/>
                            </a:schemeClr>
                          </a:solidFill>
                          <a:latin typeface="+mn-lt"/>
                        </a:rPr>
                        <a:t>gene3: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7168565"/>
                  </a:ext>
                </a:extLst>
              </a:tr>
              <a:tr h="370840">
                <a:tc>
                  <a:txBody>
                    <a:bodyPr/>
                    <a:lstStyle/>
                    <a:p>
                      <a:r>
                        <a:rPr lang="en-US" dirty="0">
                          <a:latin typeface="+mn-lt"/>
                        </a:rPr>
                        <a:t>2x10</a:t>
                      </a:r>
                      <a:r>
                        <a:rPr lang="en-US" baseline="30000" dirty="0">
                          <a:latin typeface="+mn-lt"/>
                        </a:rPr>
                        <a:t>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n-lt"/>
                        </a:rPr>
                        <a:t>gene1: 0.949439087</a:t>
                      </a:r>
                    </a:p>
                    <a:p>
                      <a:r>
                        <a:rPr lang="en-US" dirty="0">
                          <a:latin typeface="+mn-lt"/>
                        </a:rPr>
                        <a:t>gene2: 4.371493476</a:t>
                      </a:r>
                    </a:p>
                    <a:p>
                      <a:r>
                        <a:rPr lang="en-US" dirty="0">
                          <a:latin typeface="+mn-lt"/>
                        </a:rPr>
                        <a:t>gene3: 6.127960108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n-lt"/>
                        </a:rPr>
                        <a:t>gene1: 1.882189526</a:t>
                      </a:r>
                    </a:p>
                    <a:p>
                      <a:r>
                        <a:rPr lang="en-US" dirty="0">
                          <a:latin typeface="+mn-lt"/>
                        </a:rPr>
                        <a:t>gene2: 3.206721452</a:t>
                      </a:r>
                    </a:p>
                    <a:p>
                      <a:r>
                        <a:rPr lang="en-US" dirty="0">
                          <a:latin typeface="+mn-lt"/>
                        </a:rPr>
                        <a:t>gene3: 3.366824606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682186"/>
                  </a:ext>
                </a:extLst>
              </a:tr>
            </a:tbl>
          </a:graphicData>
        </a:graphic>
      </p:graphicFrame>
      <p:sp>
        <p:nvSpPr>
          <p:cNvPr id="4" name="Slide Number Placeholder 3">
            <a:extLst>
              <a:ext uri="{FF2B5EF4-FFF2-40B4-BE49-F238E27FC236}">
                <a16:creationId xmlns:a16="http://schemas.microsoft.com/office/drawing/2014/main" id="{3DFC3291-B42A-D163-3D53-FFC1026EC568}"/>
              </a:ext>
            </a:extLst>
          </p:cNvPr>
          <p:cNvSpPr>
            <a:spLocks noGrp="1"/>
          </p:cNvSpPr>
          <p:nvPr>
            <p:ph type="sldNum" sz="quarter" idx="4"/>
          </p:nvPr>
        </p:nvSpPr>
        <p:spPr/>
        <p:txBody>
          <a:bodyPr/>
          <a:lstStyle/>
          <a:p>
            <a:fld id="{B5CEABB6-07DC-46E8-9B57-56EC44A396E5}" type="slidenum">
              <a:rPr lang="en-US" smtClean="0"/>
              <a:pPr/>
              <a:t>14</a:t>
            </a:fld>
            <a:endParaRPr lang="en-US" dirty="0"/>
          </a:p>
        </p:txBody>
      </p:sp>
      <p:pic>
        <p:nvPicPr>
          <p:cNvPr id="7" name="Picture 6">
            <a:extLst>
              <a:ext uri="{FF2B5EF4-FFF2-40B4-BE49-F238E27FC236}">
                <a16:creationId xmlns:a16="http://schemas.microsoft.com/office/drawing/2014/main" id="{B6D0D13A-BC1F-31C2-F40A-73EE59FDEA25}"/>
              </a:ext>
            </a:extLst>
          </p:cNvPr>
          <p:cNvPicPr>
            <a:picLocks noChangeAspect="1"/>
          </p:cNvPicPr>
          <p:nvPr/>
        </p:nvPicPr>
        <p:blipFill>
          <a:blip r:embed="rId2"/>
          <a:stretch>
            <a:fillRect/>
          </a:stretch>
        </p:blipFill>
        <p:spPr>
          <a:xfrm>
            <a:off x="7185660" y="4474845"/>
            <a:ext cx="2697480" cy="807720"/>
          </a:xfrm>
          <a:prstGeom prst="rect">
            <a:avLst/>
          </a:prstGeom>
        </p:spPr>
      </p:pic>
      <p:pic>
        <p:nvPicPr>
          <p:cNvPr id="9" name="Picture 8">
            <a:extLst>
              <a:ext uri="{FF2B5EF4-FFF2-40B4-BE49-F238E27FC236}">
                <a16:creationId xmlns:a16="http://schemas.microsoft.com/office/drawing/2014/main" id="{50972FC5-08D8-9D87-BFE1-904349463E6A}"/>
              </a:ext>
            </a:extLst>
          </p:cNvPr>
          <p:cNvPicPr>
            <a:picLocks noChangeAspect="1"/>
          </p:cNvPicPr>
          <p:nvPr/>
        </p:nvPicPr>
        <p:blipFill>
          <a:blip r:embed="rId3"/>
          <a:stretch>
            <a:fillRect/>
          </a:stretch>
        </p:blipFill>
        <p:spPr>
          <a:xfrm>
            <a:off x="7185660" y="3515238"/>
            <a:ext cx="2697480" cy="807720"/>
          </a:xfrm>
          <a:prstGeom prst="rect">
            <a:avLst/>
          </a:prstGeom>
        </p:spPr>
      </p:pic>
      <p:pic>
        <p:nvPicPr>
          <p:cNvPr id="6" name="Picture 5">
            <a:extLst>
              <a:ext uri="{FF2B5EF4-FFF2-40B4-BE49-F238E27FC236}">
                <a16:creationId xmlns:a16="http://schemas.microsoft.com/office/drawing/2014/main" id="{7892B4E9-C17D-8FCC-33C0-0863398708C5}"/>
              </a:ext>
            </a:extLst>
          </p:cNvPr>
          <p:cNvPicPr>
            <a:picLocks noChangeAspect="1"/>
          </p:cNvPicPr>
          <p:nvPr/>
        </p:nvPicPr>
        <p:blipFill>
          <a:blip r:embed="rId4"/>
          <a:stretch>
            <a:fillRect/>
          </a:stretch>
        </p:blipFill>
        <p:spPr>
          <a:xfrm>
            <a:off x="7185660" y="2621452"/>
            <a:ext cx="2697480" cy="820972"/>
          </a:xfrm>
          <a:prstGeom prst="rect">
            <a:avLst/>
          </a:prstGeom>
        </p:spPr>
      </p:pic>
    </p:spTree>
    <p:extLst>
      <p:ext uri="{BB962C8B-B14F-4D97-AF65-F5344CB8AC3E}">
        <p14:creationId xmlns:p14="http://schemas.microsoft.com/office/powerpoint/2010/main" val="3674947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sz="3600" dirty="0"/>
              <a:t>Alpha value and tolx/tolfun manipulation overview</a:t>
            </a:r>
            <a:endParaRPr lang="en-US" dirty="0"/>
          </a:p>
        </p:txBody>
      </p:sp>
      <p:sp>
        <p:nvSpPr>
          <p:cNvPr id="9" name="Content Placeholder 8">
            <a:extLst>
              <a:ext uri="{FF2B5EF4-FFF2-40B4-BE49-F238E27FC236}">
                <a16:creationId xmlns:a16="http://schemas.microsoft.com/office/drawing/2014/main" id="{C69CC98A-13B9-DAED-1898-477158789855}"/>
              </a:ext>
            </a:extLst>
          </p:cNvPr>
          <p:cNvSpPr>
            <a:spLocks noGrp="1"/>
          </p:cNvSpPr>
          <p:nvPr>
            <p:ph sz="quarter" idx="11"/>
          </p:nvPr>
        </p:nvSpPr>
        <p:spPr>
          <a:xfrm>
            <a:off x="929640" y="2153285"/>
            <a:ext cx="10515600" cy="3500438"/>
          </a:xfrm>
        </p:spPr>
        <p:txBody>
          <a:bodyPr>
            <a:normAutofit/>
          </a:bodyPr>
          <a:lstStyle/>
          <a:p>
            <a:pPr marL="0" indent="0">
              <a:lnSpc>
                <a:spcPct val="100000"/>
              </a:lnSpc>
              <a:buNone/>
            </a:pPr>
            <a:r>
              <a:rPr lang="en-US" sz="1800" b="0" dirty="0"/>
              <a:t>The alpha value was then once again lowered to 10^-15 now. Runs were conducted with this </a:t>
            </a:r>
            <a:r>
              <a:rPr lang="en-US" sz="1800" b="0" dirty="0">
                <a:hlinkClick r:id="rId3"/>
              </a:rPr>
              <a:t>lowered alpha value combined with smaller tolx and tolfun values</a:t>
            </a:r>
            <a:r>
              <a:rPr lang="en-US" sz="1800" b="0" dirty="0"/>
              <a:t>. </a:t>
            </a:r>
          </a:p>
          <a:p>
            <a:pPr marL="0" indent="0">
              <a:lnSpc>
                <a:spcPct val="100000"/>
              </a:lnSpc>
              <a:buNone/>
            </a:pPr>
            <a:r>
              <a:rPr lang="en-US" sz="1800" b="0" dirty="0"/>
              <a:t>For each combination of changed inputs (tolx, tolfun, and tolx and tolfun) runs were conducted with holding P’s, holding B’s, holding P’s and B’s and no constants. </a:t>
            </a:r>
          </a:p>
          <a:p>
            <a:pPr marL="0" indent="0">
              <a:buNone/>
            </a:pPr>
            <a:endParaRPr lang="en-US" noProof="1"/>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15</a:t>
            </a:fld>
            <a:endParaRPr lang="en-US" dirty="0"/>
          </a:p>
        </p:txBody>
      </p:sp>
    </p:spTree>
    <p:extLst>
      <p:ext uri="{BB962C8B-B14F-4D97-AF65-F5344CB8AC3E}">
        <p14:creationId xmlns:p14="http://schemas.microsoft.com/office/powerpoint/2010/main" val="3757711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FC3291-B42A-D163-3D53-FFC1026EC568}"/>
              </a:ext>
            </a:extLst>
          </p:cNvPr>
          <p:cNvSpPr>
            <a:spLocks noGrp="1"/>
          </p:cNvSpPr>
          <p:nvPr>
            <p:ph type="sldNum" sz="quarter" idx="4"/>
          </p:nvPr>
        </p:nvSpPr>
        <p:spPr/>
        <p:txBody>
          <a:bodyPr/>
          <a:lstStyle/>
          <a:p>
            <a:fld id="{B5CEABB6-07DC-46E8-9B57-56EC44A396E5}" type="slidenum">
              <a:rPr lang="en-US" smtClean="0"/>
              <a:pPr/>
              <a:t>16</a:t>
            </a:fld>
            <a:endParaRPr lang="en-US" dirty="0"/>
          </a:p>
        </p:txBody>
      </p:sp>
      <p:pic>
        <p:nvPicPr>
          <p:cNvPr id="6" name="Picture 5">
            <a:extLst>
              <a:ext uri="{FF2B5EF4-FFF2-40B4-BE49-F238E27FC236}">
                <a16:creationId xmlns:a16="http://schemas.microsoft.com/office/drawing/2014/main" id="{9E4E820E-7155-8917-AC68-3587D9192064}"/>
              </a:ext>
            </a:extLst>
          </p:cNvPr>
          <p:cNvPicPr>
            <a:picLocks noChangeAspect="1"/>
          </p:cNvPicPr>
          <p:nvPr/>
        </p:nvPicPr>
        <p:blipFill>
          <a:blip r:embed="rId2"/>
          <a:stretch>
            <a:fillRect/>
          </a:stretch>
        </p:blipFill>
        <p:spPr>
          <a:xfrm>
            <a:off x="747476" y="1691107"/>
            <a:ext cx="5530657" cy="2895422"/>
          </a:xfrm>
          <a:prstGeom prst="rect">
            <a:avLst/>
          </a:prstGeom>
        </p:spPr>
      </p:pic>
      <p:pic>
        <p:nvPicPr>
          <p:cNvPr id="9" name="Picture 8">
            <a:extLst>
              <a:ext uri="{FF2B5EF4-FFF2-40B4-BE49-F238E27FC236}">
                <a16:creationId xmlns:a16="http://schemas.microsoft.com/office/drawing/2014/main" id="{ACA0625E-6199-0E46-AF93-F63FD9306F7C}"/>
              </a:ext>
            </a:extLst>
          </p:cNvPr>
          <p:cNvPicPr>
            <a:picLocks noChangeAspect="1"/>
          </p:cNvPicPr>
          <p:nvPr/>
        </p:nvPicPr>
        <p:blipFill>
          <a:blip r:embed="rId3"/>
          <a:stretch>
            <a:fillRect/>
          </a:stretch>
        </p:blipFill>
        <p:spPr>
          <a:xfrm>
            <a:off x="6278133" y="1691107"/>
            <a:ext cx="5530657" cy="2895422"/>
          </a:xfrm>
          <a:prstGeom prst="rect">
            <a:avLst/>
          </a:prstGeom>
        </p:spPr>
      </p:pic>
      <p:sp>
        <p:nvSpPr>
          <p:cNvPr id="3" name="Title 2">
            <a:extLst>
              <a:ext uri="{FF2B5EF4-FFF2-40B4-BE49-F238E27FC236}">
                <a16:creationId xmlns:a16="http://schemas.microsoft.com/office/drawing/2014/main" id="{1D059F9F-D369-FCFF-0BB7-7837719F9E0E}"/>
              </a:ext>
            </a:extLst>
          </p:cNvPr>
          <p:cNvSpPr>
            <a:spLocks noGrp="1"/>
          </p:cNvSpPr>
          <p:nvPr>
            <p:ph type="title"/>
          </p:nvPr>
        </p:nvSpPr>
        <p:spPr>
          <a:xfrm>
            <a:off x="747476" y="371623"/>
            <a:ext cx="10515600" cy="1531525"/>
          </a:xfrm>
        </p:spPr>
        <p:txBody>
          <a:bodyPr/>
          <a:lstStyle/>
          <a:p>
            <a:r>
              <a:rPr lang="en-US" dirty="0"/>
              <a:t>A minimized tolfun vs tolx did not produce a significant difference in output</a:t>
            </a:r>
          </a:p>
        </p:txBody>
      </p:sp>
    </p:spTree>
    <p:extLst>
      <p:ext uri="{BB962C8B-B14F-4D97-AF65-F5344CB8AC3E}">
        <p14:creationId xmlns:p14="http://schemas.microsoft.com/office/powerpoint/2010/main" val="3393149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FC3291-B42A-D163-3D53-FFC1026EC568}"/>
              </a:ext>
            </a:extLst>
          </p:cNvPr>
          <p:cNvSpPr>
            <a:spLocks noGrp="1"/>
          </p:cNvSpPr>
          <p:nvPr>
            <p:ph type="sldNum" sz="quarter" idx="4"/>
          </p:nvPr>
        </p:nvSpPr>
        <p:spPr/>
        <p:txBody>
          <a:bodyPr/>
          <a:lstStyle/>
          <a:p>
            <a:fld id="{B5CEABB6-07DC-46E8-9B57-56EC44A396E5}" type="slidenum">
              <a:rPr lang="en-US" smtClean="0"/>
              <a:pPr/>
              <a:t>17</a:t>
            </a:fld>
            <a:endParaRPr lang="en-US" dirty="0"/>
          </a:p>
        </p:txBody>
      </p:sp>
      <p:pic>
        <p:nvPicPr>
          <p:cNvPr id="2" name="Picture 1">
            <a:extLst>
              <a:ext uri="{FF2B5EF4-FFF2-40B4-BE49-F238E27FC236}">
                <a16:creationId xmlns:a16="http://schemas.microsoft.com/office/drawing/2014/main" id="{D1327F0C-96A9-9626-A4C8-C147F1204E2A}"/>
              </a:ext>
            </a:extLst>
          </p:cNvPr>
          <p:cNvPicPr>
            <a:picLocks noChangeAspect="1"/>
          </p:cNvPicPr>
          <p:nvPr/>
        </p:nvPicPr>
        <p:blipFill>
          <a:blip r:embed="rId2"/>
          <a:stretch>
            <a:fillRect/>
          </a:stretch>
        </p:blipFill>
        <p:spPr>
          <a:xfrm>
            <a:off x="2937510" y="3741675"/>
            <a:ext cx="6316980" cy="1844040"/>
          </a:xfrm>
          <a:prstGeom prst="rect">
            <a:avLst/>
          </a:prstGeom>
        </p:spPr>
      </p:pic>
      <p:sp>
        <p:nvSpPr>
          <p:cNvPr id="3" name="Title 2">
            <a:extLst>
              <a:ext uri="{FF2B5EF4-FFF2-40B4-BE49-F238E27FC236}">
                <a16:creationId xmlns:a16="http://schemas.microsoft.com/office/drawing/2014/main" id="{1D059F9F-D369-FCFF-0BB7-7837719F9E0E}"/>
              </a:ext>
            </a:extLst>
          </p:cNvPr>
          <p:cNvSpPr>
            <a:spLocks noGrp="1"/>
          </p:cNvSpPr>
          <p:nvPr>
            <p:ph type="title"/>
          </p:nvPr>
        </p:nvSpPr>
        <p:spPr>
          <a:xfrm>
            <a:off x="747476" y="371623"/>
            <a:ext cx="10515600" cy="1531525"/>
          </a:xfrm>
        </p:spPr>
        <p:txBody>
          <a:bodyPr/>
          <a:lstStyle/>
          <a:p>
            <a:r>
              <a:rPr lang="en-US" dirty="0"/>
              <a:t>Minimizing both tolfun and tolx</a:t>
            </a:r>
          </a:p>
        </p:txBody>
      </p:sp>
      <p:sp>
        <p:nvSpPr>
          <p:cNvPr id="5" name="Content Placeholder 8">
            <a:extLst>
              <a:ext uri="{FF2B5EF4-FFF2-40B4-BE49-F238E27FC236}">
                <a16:creationId xmlns:a16="http://schemas.microsoft.com/office/drawing/2014/main" id="{513FB8EA-A9C4-99CE-9ED2-9CE7DDF13566}"/>
              </a:ext>
            </a:extLst>
          </p:cNvPr>
          <p:cNvSpPr txBox="1">
            <a:spLocks/>
          </p:cNvSpPr>
          <p:nvPr/>
        </p:nvSpPr>
        <p:spPr>
          <a:xfrm>
            <a:off x="838200" y="1903148"/>
            <a:ext cx="10515600" cy="35004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800" dirty="0"/>
              <a:t>When both the P’s and B’s are held constant, a smaller tolfun and tolx has the same result as when just one of each variable is minimized</a:t>
            </a:r>
          </a:p>
          <a:p>
            <a:pPr>
              <a:lnSpc>
                <a:spcPct val="100000"/>
              </a:lnSpc>
            </a:pPr>
            <a:r>
              <a:rPr lang="en-US" sz="1800" noProof="1"/>
              <a:t>When all parameters are being optimized, however, minimizing both tolx and tolfun produces similar P’s and B’s to the outputs when just tolfun and tolx are minimized, but the weights are significantly different and are further from the expected weights</a:t>
            </a:r>
            <a:endParaRPr lang="en-US" noProof="1"/>
          </a:p>
        </p:txBody>
      </p:sp>
    </p:spTree>
    <p:extLst>
      <p:ext uri="{BB962C8B-B14F-4D97-AF65-F5344CB8AC3E}">
        <p14:creationId xmlns:p14="http://schemas.microsoft.com/office/powerpoint/2010/main" val="3143520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Changing timepoints of expression data</a:t>
            </a:r>
          </a:p>
        </p:txBody>
      </p:sp>
      <p:sp>
        <p:nvSpPr>
          <p:cNvPr id="9" name="Content Placeholder 8">
            <a:extLst>
              <a:ext uri="{FF2B5EF4-FFF2-40B4-BE49-F238E27FC236}">
                <a16:creationId xmlns:a16="http://schemas.microsoft.com/office/drawing/2014/main" id="{C69CC98A-13B9-DAED-1898-477158789855}"/>
              </a:ext>
            </a:extLst>
          </p:cNvPr>
          <p:cNvSpPr>
            <a:spLocks noGrp="1"/>
          </p:cNvSpPr>
          <p:nvPr>
            <p:ph sz="quarter" idx="11"/>
          </p:nvPr>
        </p:nvSpPr>
        <p:spPr>
          <a:xfrm>
            <a:off x="929640" y="1544285"/>
            <a:ext cx="10515600" cy="3500438"/>
          </a:xfrm>
        </p:spPr>
        <p:txBody>
          <a:bodyPr>
            <a:normAutofit/>
          </a:bodyPr>
          <a:lstStyle/>
          <a:p>
            <a:pPr marL="0" indent="0">
              <a:lnSpc>
                <a:spcPct val="100000"/>
              </a:lnSpc>
              <a:buNone/>
            </a:pPr>
            <a:r>
              <a:rPr lang="en-US" sz="1800" b="0" dirty="0"/>
              <a:t>After viewing </a:t>
            </a:r>
            <a:r>
              <a:rPr lang="en-US" dirty="0"/>
              <a:t>each gene’s output graph, it was observed that the data levels out and becomes steady relatively fast (within the first 10-15 minutes). As such, the variance that was found might not be a problem of the model, but rather the data being too steady. </a:t>
            </a:r>
          </a:p>
          <a:p>
            <a:pPr marL="0" indent="0">
              <a:lnSpc>
                <a:spcPct val="100000"/>
              </a:lnSpc>
              <a:buNone/>
            </a:pPr>
            <a:r>
              <a:rPr lang="en-US" sz="1800" b="0" dirty="0"/>
              <a:t>To further evaluate this claim, runs were attempted with input workbooks created from the data within the first 15 minutes (timepoints at 5, 10, and 15 min)</a:t>
            </a:r>
          </a:p>
          <a:p>
            <a:pPr marL="0" indent="0">
              <a:buNone/>
            </a:pPr>
            <a:endParaRPr lang="en-US" noProof="1"/>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18</a:t>
            </a:fld>
            <a:endParaRPr lang="en-US" dirty="0"/>
          </a:p>
        </p:txBody>
      </p:sp>
      <p:pic>
        <p:nvPicPr>
          <p:cNvPr id="5" name="Picture 4" descr="A graph showing the number of gene&#10;&#10;Description automatically generated">
            <a:extLst>
              <a:ext uri="{FF2B5EF4-FFF2-40B4-BE49-F238E27FC236}">
                <a16:creationId xmlns:a16="http://schemas.microsoft.com/office/drawing/2014/main" id="{34359BB1-E621-DF9D-DBDD-F88A6F2C2241}"/>
              </a:ext>
            </a:extLst>
          </p:cNvPr>
          <p:cNvPicPr>
            <a:picLocks noChangeAspect="1"/>
          </p:cNvPicPr>
          <p:nvPr/>
        </p:nvPicPr>
        <p:blipFill rotWithShape="1">
          <a:blip r:embed="rId3"/>
          <a:srcRect r="5073"/>
          <a:stretch/>
        </p:blipFill>
        <p:spPr>
          <a:xfrm>
            <a:off x="8283772" y="3478934"/>
            <a:ext cx="3344348" cy="2642318"/>
          </a:xfrm>
          <a:prstGeom prst="rect">
            <a:avLst/>
          </a:prstGeom>
        </p:spPr>
      </p:pic>
      <p:pic>
        <p:nvPicPr>
          <p:cNvPr id="7" name="Picture 6" descr="A graph of a gene&#10;&#10;Description automatically generated with medium confidence">
            <a:extLst>
              <a:ext uri="{FF2B5EF4-FFF2-40B4-BE49-F238E27FC236}">
                <a16:creationId xmlns:a16="http://schemas.microsoft.com/office/drawing/2014/main" id="{47E12EE0-566D-4D47-462D-6DAE1E92D27B}"/>
              </a:ext>
            </a:extLst>
          </p:cNvPr>
          <p:cNvPicPr>
            <a:picLocks noChangeAspect="1"/>
          </p:cNvPicPr>
          <p:nvPr/>
        </p:nvPicPr>
        <p:blipFill>
          <a:blip r:embed="rId4"/>
          <a:stretch>
            <a:fillRect/>
          </a:stretch>
        </p:blipFill>
        <p:spPr>
          <a:xfrm>
            <a:off x="4423826" y="3478935"/>
            <a:ext cx="3523090" cy="2642318"/>
          </a:xfrm>
          <a:prstGeom prst="rect">
            <a:avLst/>
          </a:prstGeom>
        </p:spPr>
      </p:pic>
      <p:pic>
        <p:nvPicPr>
          <p:cNvPr id="10" name="Picture 9" descr="A graph showing the number of points&#10;&#10;Description automatically generated with medium confidence">
            <a:extLst>
              <a:ext uri="{FF2B5EF4-FFF2-40B4-BE49-F238E27FC236}">
                <a16:creationId xmlns:a16="http://schemas.microsoft.com/office/drawing/2014/main" id="{99F1F9A5-1546-635F-5E5B-051DD506423E}"/>
              </a:ext>
            </a:extLst>
          </p:cNvPr>
          <p:cNvPicPr>
            <a:picLocks noChangeAspect="1"/>
          </p:cNvPicPr>
          <p:nvPr/>
        </p:nvPicPr>
        <p:blipFill>
          <a:blip r:embed="rId5"/>
          <a:stretch>
            <a:fillRect/>
          </a:stretch>
        </p:blipFill>
        <p:spPr>
          <a:xfrm>
            <a:off x="746760" y="3478933"/>
            <a:ext cx="3523090" cy="2642318"/>
          </a:xfrm>
          <a:prstGeom prst="rect">
            <a:avLst/>
          </a:prstGeom>
        </p:spPr>
      </p:pic>
    </p:spTree>
    <p:extLst>
      <p:ext uri="{BB962C8B-B14F-4D97-AF65-F5344CB8AC3E}">
        <p14:creationId xmlns:p14="http://schemas.microsoft.com/office/powerpoint/2010/main" val="3724633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52A1E-B3F7-E1B2-76ED-8F78E74B9EA9}"/>
              </a:ext>
            </a:extLst>
          </p:cNvPr>
          <p:cNvSpPr>
            <a:spLocks noGrp="1"/>
          </p:cNvSpPr>
          <p:nvPr>
            <p:ph type="title"/>
          </p:nvPr>
        </p:nvSpPr>
        <p:spPr>
          <a:xfrm>
            <a:off x="929640" y="485113"/>
            <a:ext cx="10515600" cy="1531525"/>
          </a:xfrm>
        </p:spPr>
        <p:txBody>
          <a:bodyPr/>
          <a:lstStyle/>
          <a:p>
            <a:r>
              <a:rPr lang="en-US" dirty="0"/>
              <a:t>Timepoints at 5, 10, and 15 minutes </a:t>
            </a:r>
          </a:p>
        </p:txBody>
      </p:sp>
      <p:sp>
        <p:nvSpPr>
          <p:cNvPr id="2" name="Slide Number Placeholder 1">
            <a:extLst>
              <a:ext uri="{FF2B5EF4-FFF2-40B4-BE49-F238E27FC236}">
                <a16:creationId xmlns:a16="http://schemas.microsoft.com/office/drawing/2014/main" id="{9A38ADE9-D6F5-84F7-8489-6CDEB832E667}"/>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19</a:t>
            </a:fld>
            <a:endParaRPr lang="en-US" dirty="0"/>
          </a:p>
        </p:txBody>
      </p:sp>
      <p:pic>
        <p:nvPicPr>
          <p:cNvPr id="6" name="Picture 5" descr="A graph of a dotted line&#10;&#10;Description automatically generated">
            <a:extLst>
              <a:ext uri="{FF2B5EF4-FFF2-40B4-BE49-F238E27FC236}">
                <a16:creationId xmlns:a16="http://schemas.microsoft.com/office/drawing/2014/main" id="{F44DEA8B-7118-F60C-57D1-235E8DCFDE37}"/>
              </a:ext>
            </a:extLst>
          </p:cNvPr>
          <p:cNvPicPr>
            <a:picLocks noChangeAspect="1"/>
          </p:cNvPicPr>
          <p:nvPr/>
        </p:nvPicPr>
        <p:blipFill>
          <a:blip r:embed="rId3"/>
          <a:stretch>
            <a:fillRect/>
          </a:stretch>
        </p:blipFill>
        <p:spPr>
          <a:xfrm>
            <a:off x="932021" y="1653155"/>
            <a:ext cx="3066956" cy="2300217"/>
          </a:xfrm>
          <a:prstGeom prst="rect">
            <a:avLst/>
          </a:prstGeom>
        </p:spPr>
      </p:pic>
      <p:pic>
        <p:nvPicPr>
          <p:cNvPr id="11" name="Picture 10" descr="A graph showing the number of points&#10;&#10;Description automatically generated with medium confidence">
            <a:extLst>
              <a:ext uri="{FF2B5EF4-FFF2-40B4-BE49-F238E27FC236}">
                <a16:creationId xmlns:a16="http://schemas.microsoft.com/office/drawing/2014/main" id="{24875715-82FD-B274-79F3-05E7F614E545}"/>
              </a:ext>
            </a:extLst>
          </p:cNvPr>
          <p:cNvPicPr>
            <a:picLocks noChangeAspect="1"/>
          </p:cNvPicPr>
          <p:nvPr/>
        </p:nvPicPr>
        <p:blipFill>
          <a:blip r:embed="rId4"/>
          <a:stretch>
            <a:fillRect/>
          </a:stretch>
        </p:blipFill>
        <p:spPr>
          <a:xfrm>
            <a:off x="4193329" y="1653153"/>
            <a:ext cx="3066956" cy="2300217"/>
          </a:xfrm>
          <a:prstGeom prst="rect">
            <a:avLst/>
          </a:prstGeom>
        </p:spPr>
      </p:pic>
      <p:pic>
        <p:nvPicPr>
          <p:cNvPr id="13" name="Picture 12" descr="A graph showing the number of points&#10;&#10;Description automatically generated with medium confidence">
            <a:extLst>
              <a:ext uri="{FF2B5EF4-FFF2-40B4-BE49-F238E27FC236}">
                <a16:creationId xmlns:a16="http://schemas.microsoft.com/office/drawing/2014/main" id="{E7216E34-30DC-0406-3ECB-F84728FA824C}"/>
              </a:ext>
            </a:extLst>
          </p:cNvPr>
          <p:cNvPicPr>
            <a:picLocks noChangeAspect="1"/>
          </p:cNvPicPr>
          <p:nvPr/>
        </p:nvPicPr>
        <p:blipFill>
          <a:blip r:embed="rId5"/>
          <a:stretch>
            <a:fillRect/>
          </a:stretch>
        </p:blipFill>
        <p:spPr>
          <a:xfrm>
            <a:off x="7454637" y="1653153"/>
            <a:ext cx="3066956" cy="2300217"/>
          </a:xfrm>
          <a:prstGeom prst="rect">
            <a:avLst/>
          </a:prstGeom>
        </p:spPr>
      </p:pic>
      <p:pic>
        <p:nvPicPr>
          <p:cNvPr id="16" name="Picture 15">
            <a:extLst>
              <a:ext uri="{FF2B5EF4-FFF2-40B4-BE49-F238E27FC236}">
                <a16:creationId xmlns:a16="http://schemas.microsoft.com/office/drawing/2014/main" id="{ED9BA0DE-2822-A55E-617D-21CA5B94E94A}"/>
              </a:ext>
            </a:extLst>
          </p:cNvPr>
          <p:cNvPicPr>
            <a:picLocks noChangeAspect="1"/>
          </p:cNvPicPr>
          <p:nvPr/>
        </p:nvPicPr>
        <p:blipFill>
          <a:blip r:embed="rId6"/>
          <a:stretch>
            <a:fillRect/>
          </a:stretch>
        </p:blipFill>
        <p:spPr>
          <a:xfrm>
            <a:off x="943305" y="3949727"/>
            <a:ext cx="6316980" cy="2423160"/>
          </a:xfrm>
          <a:prstGeom prst="rect">
            <a:avLst/>
          </a:prstGeom>
        </p:spPr>
      </p:pic>
      <p:sp>
        <p:nvSpPr>
          <p:cNvPr id="17" name="Content Placeholder 8">
            <a:extLst>
              <a:ext uri="{FF2B5EF4-FFF2-40B4-BE49-F238E27FC236}">
                <a16:creationId xmlns:a16="http://schemas.microsoft.com/office/drawing/2014/main" id="{6DA48CF5-C52C-3AB5-FA7D-5344D6D4A372}"/>
              </a:ext>
            </a:extLst>
          </p:cNvPr>
          <p:cNvSpPr txBox="1">
            <a:spLocks/>
          </p:cNvSpPr>
          <p:nvPr/>
        </p:nvSpPr>
        <p:spPr>
          <a:xfrm>
            <a:off x="7454637" y="3949727"/>
            <a:ext cx="4131006" cy="205586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1000"/>
              </a:spcBef>
              <a:spcAft>
                <a:spcPts val="1200"/>
              </a:spcAft>
              <a:buFont typeface="Arial" panose="020B0604020202020204" pitchFamily="34" charset="0"/>
              <a:buChar char="•"/>
              <a:defRPr sz="16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1000"/>
              </a:spcBef>
              <a:spcAft>
                <a:spcPts val="1200"/>
              </a:spcAft>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1000"/>
              </a:spcBef>
              <a:spcAft>
                <a:spcPts val="1200"/>
              </a:spcAft>
              <a:buFont typeface="Arial" panose="020B0604020202020204" pitchFamily="34" charset="0"/>
              <a:buChar char="•"/>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dirty="0"/>
              <a:t>Altered timepoints showed a slower leveling off the expression data and produced somewhat different outputs</a:t>
            </a:r>
          </a:p>
          <a:p>
            <a:pPr marL="0" indent="0">
              <a:lnSpc>
                <a:spcPct val="100000"/>
              </a:lnSpc>
              <a:buFont typeface="Arial" panose="020B0604020202020204" pitchFamily="34" charset="0"/>
              <a:buNone/>
            </a:pPr>
            <a:r>
              <a:rPr lang="en-US" dirty="0"/>
              <a:t>Values close to the sample parameters were still not recovered</a:t>
            </a:r>
          </a:p>
          <a:p>
            <a:pPr marL="0" indent="0">
              <a:lnSpc>
                <a:spcPct val="100000"/>
              </a:lnSpc>
              <a:buFont typeface="Arial" panose="020B0604020202020204" pitchFamily="34" charset="0"/>
              <a:buNone/>
            </a:pPr>
            <a:r>
              <a:rPr lang="en-US" sz="1300" noProof="1"/>
              <a:t>*note: for these results all the parameters were being estimated*</a:t>
            </a:r>
          </a:p>
        </p:txBody>
      </p:sp>
    </p:spTree>
    <p:extLst>
      <p:ext uri="{BB962C8B-B14F-4D97-AF65-F5344CB8AC3E}">
        <p14:creationId xmlns:p14="http://schemas.microsoft.com/office/powerpoint/2010/main" val="1588124418"/>
      </p:ext>
    </p:extLst>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DB5B7ED115EF04980BBFAFC51672553" ma:contentTypeVersion="9" ma:contentTypeDescription="Create a new document." ma:contentTypeScope="" ma:versionID="43a679fe5cbd3b1dc01cea5b3bb6a16a">
  <xsd:schema xmlns:xsd="http://www.w3.org/2001/XMLSchema" xmlns:xs="http://www.w3.org/2001/XMLSchema" xmlns:p="http://schemas.microsoft.com/office/2006/metadata/properties" xmlns:ns3="070f1269-45c1-4463-99ba-5dc4e57c7dff" xmlns:ns4="7bf50b4b-6300-445a-aea1-306a2291592c" targetNamespace="http://schemas.microsoft.com/office/2006/metadata/properties" ma:root="true" ma:fieldsID="b0963d0390b393dc53bf13ff5a8315f4" ns3:_="" ns4:_="">
    <xsd:import namespace="070f1269-45c1-4463-99ba-5dc4e57c7dff"/>
    <xsd:import namespace="7bf50b4b-6300-445a-aea1-306a2291592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0f1269-45c1-4463-99ba-5dc4e57c7d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f50b4b-6300-445a-aea1-306a2291592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70f1269-45c1-4463-99ba-5dc4e57c7dff" xsi:nil="true"/>
  </documentManagement>
</p:properties>
</file>

<file path=customXml/itemProps1.xml><?xml version="1.0" encoding="utf-8"?>
<ds:datastoreItem xmlns:ds="http://schemas.openxmlformats.org/officeDocument/2006/customXml" ds:itemID="{3F796806-D3A7-49C6-9335-B8A0B9307F8E}">
  <ds:schemaRefs>
    <ds:schemaRef ds:uri="http://schemas.microsoft.com/sharepoint/v3/contenttype/forms"/>
  </ds:schemaRefs>
</ds:datastoreItem>
</file>

<file path=customXml/itemProps2.xml><?xml version="1.0" encoding="utf-8"?>
<ds:datastoreItem xmlns:ds="http://schemas.openxmlformats.org/officeDocument/2006/customXml" ds:itemID="{54654B73-F157-454F-8A45-1AC544F70B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0f1269-45c1-4463-99ba-5dc4e57c7dff"/>
    <ds:schemaRef ds:uri="7bf50b4b-6300-445a-aea1-306a229159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7CDA33-9251-49D0-A51A-7888AA3E0635}">
  <ds:schemaRefs>
    <ds:schemaRef ds:uri="http://purl.org/dc/terms/"/>
    <ds:schemaRef ds:uri="http://schemas.openxmlformats.org/package/2006/metadata/core-properties"/>
    <ds:schemaRef ds:uri="http://schemas.microsoft.com/office/2006/documentManagement/types"/>
    <ds:schemaRef ds:uri="http://purl.org/dc/elements/1.1/"/>
    <ds:schemaRef ds:uri="http://www.w3.org/XML/1998/namespace"/>
    <ds:schemaRef ds:uri="http://schemas.microsoft.com/office/infopath/2007/PartnerControls"/>
    <ds:schemaRef ds:uri="7bf50b4b-6300-445a-aea1-306a2291592c"/>
    <ds:schemaRef ds:uri="070f1269-45c1-4463-99ba-5dc4e57c7dff"/>
    <ds:schemaRef ds:uri="http://schemas.microsoft.com/office/2006/metadata/properties"/>
    <ds:schemaRef ds:uri="http://purl.org/dc/dcmityp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{84A36DAC-609C-4279-A553-B7AC245FF095}tf66722518_win32</Template>
  <TotalTime>7808</TotalTime>
  <Words>1289</Words>
  <Application>Microsoft Office PowerPoint</Application>
  <PresentationFormat>Widescreen</PresentationFormat>
  <Paragraphs>151</Paragraphs>
  <Slides>19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Bodoni MT</vt:lpstr>
      <vt:lpstr>Calibri</vt:lpstr>
      <vt:lpstr>Source Sans Pro Light</vt:lpstr>
      <vt:lpstr>Custom</vt:lpstr>
      <vt:lpstr>Research Overview Fall 2023 - Spring 2024  Nikki Chun </vt:lpstr>
      <vt:lpstr>Missing vs. no missing data output variance </vt:lpstr>
      <vt:lpstr>Incorrect input worksheet for no missing data</vt:lpstr>
      <vt:lpstr>Missing vs. corrected no missing data output variance </vt:lpstr>
      <vt:lpstr>Missing vs. corrected no missing data output variance </vt:lpstr>
      <vt:lpstr>Missing vs. corrected no missing data output variance </vt:lpstr>
      <vt:lpstr>Alpha value of 0.002 vs. 0.02</vt:lpstr>
      <vt:lpstr>Db5 production rate comparisons</vt:lpstr>
      <vt:lpstr>Db5 B value comparisons</vt:lpstr>
      <vt:lpstr>Db5 weights comparisons</vt:lpstr>
      <vt:lpstr>Creation of “toy” network overview</vt:lpstr>
      <vt:lpstr>Network data derived from forward simulation</vt:lpstr>
      <vt:lpstr>Alpha value manipulation overview</vt:lpstr>
      <vt:lpstr>Output data comparisons</vt:lpstr>
      <vt:lpstr>Alpha value and tolx/tolfun manipulation overview</vt:lpstr>
      <vt:lpstr>A minimized tolfun vs tolx did not produce a significant difference in output</vt:lpstr>
      <vt:lpstr>Minimizing both tolfun and tolx</vt:lpstr>
      <vt:lpstr>Changing timepoints of expression data</vt:lpstr>
      <vt:lpstr>Timepoints at 5, 10, and 15 minutes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Overview Fall 2023 - Spring 2024  Nikki Chun </dc:title>
  <dc:creator>Chun, Nikki</dc:creator>
  <cp:lastModifiedBy>Chun, Nikki</cp:lastModifiedBy>
  <cp:revision>1</cp:revision>
  <dcterms:created xsi:type="dcterms:W3CDTF">2024-05-24T22:13:41Z</dcterms:created>
  <dcterms:modified xsi:type="dcterms:W3CDTF">2024-05-31T20:10:21Z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0x0101008DB5B7ED115EF04980BBFAFC51672553</vt:lpwstr>
  </property>
  <property fmtid="{D5CDD505-2E9C-101B-9397-08002B2CF9AE}" pid="3" name="MediaServiceImageTags">
    <vt:lpwstr/>
  </property>
</Properties>
</file>